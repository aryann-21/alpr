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71" r:id="rId9"/>
    <p:sldId id="263" r:id="rId10"/>
    <p:sldId id="268" r:id="rId11"/>
    <p:sldId id="270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E9F92A-0F96-4052-94B9-10B1F95437C0}" v="83" dt="2026-04-08T17:06:42.8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706" autoAdjust="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yan Swami" userId="b86c3cc467f28ed2" providerId="LiveId" clId="{A996AF73-A129-446D-BD1B-9AF4FF8D5333}"/>
    <pc:docChg chg="undo redo custSel addSld delSld modSld sldOrd">
      <pc:chgData name="Aryan Swami" userId="b86c3cc467f28ed2" providerId="LiveId" clId="{A996AF73-A129-446D-BD1B-9AF4FF8D5333}" dt="2026-04-08T17:19:15.231" v="696" actId="1076"/>
      <pc:docMkLst>
        <pc:docMk/>
      </pc:docMkLst>
      <pc:sldChg chg="modSp mod">
        <pc:chgData name="Aryan Swami" userId="b86c3cc467f28ed2" providerId="LiveId" clId="{A996AF73-A129-446D-BD1B-9AF4FF8D5333}" dt="2026-04-08T17:09:09.517" v="681" actId="20577"/>
        <pc:sldMkLst>
          <pc:docMk/>
          <pc:sldMk cId="2226578215" sldId="257"/>
        </pc:sldMkLst>
        <pc:spChg chg="mod">
          <ac:chgData name="Aryan Swami" userId="b86c3cc467f28ed2" providerId="LiveId" clId="{A996AF73-A129-446D-BD1B-9AF4FF8D5333}" dt="2026-04-08T17:09:09.517" v="681" actId="20577"/>
          <ac:spMkLst>
            <pc:docMk/>
            <pc:sldMk cId="2226578215" sldId="257"/>
            <ac:spMk id="3" creationId="{4588BEAD-3D76-E026-C1D3-3840E2D820FB}"/>
          </ac:spMkLst>
        </pc:spChg>
      </pc:sldChg>
      <pc:sldChg chg="modSp mod">
        <pc:chgData name="Aryan Swami" userId="b86c3cc467f28ed2" providerId="LiveId" clId="{A996AF73-A129-446D-BD1B-9AF4FF8D5333}" dt="2026-04-08T16:53:58.095" v="465" actId="20577"/>
        <pc:sldMkLst>
          <pc:docMk/>
          <pc:sldMk cId="4281101854" sldId="258"/>
        </pc:sldMkLst>
        <pc:spChg chg="mod">
          <ac:chgData name="Aryan Swami" userId="b86c3cc467f28ed2" providerId="LiveId" clId="{A996AF73-A129-446D-BD1B-9AF4FF8D5333}" dt="2026-04-08T16:53:58.095" v="465" actId="20577"/>
          <ac:spMkLst>
            <pc:docMk/>
            <pc:sldMk cId="4281101854" sldId="258"/>
            <ac:spMk id="3" creationId="{4FC34A6D-0317-4CCF-71E8-B1586F2F0317}"/>
          </ac:spMkLst>
        </pc:spChg>
      </pc:sldChg>
      <pc:sldChg chg="addSp delSp modSp mod">
        <pc:chgData name="Aryan Swami" userId="b86c3cc467f28ed2" providerId="LiveId" clId="{A996AF73-A129-446D-BD1B-9AF4FF8D5333}" dt="2026-04-08T17:04:54.114" v="537" actId="255"/>
        <pc:sldMkLst>
          <pc:docMk/>
          <pc:sldMk cId="1553662846" sldId="259"/>
        </pc:sldMkLst>
        <pc:spChg chg="mod">
          <ac:chgData name="Aryan Swami" userId="b86c3cc467f28ed2" providerId="LiveId" clId="{A996AF73-A129-446D-BD1B-9AF4FF8D5333}" dt="2026-04-08T16:54:22.387" v="467" actId="1076"/>
          <ac:spMkLst>
            <pc:docMk/>
            <pc:sldMk cId="1553662846" sldId="259"/>
            <ac:spMk id="2" creationId="{BA4147B6-8BE9-62D6-AD0B-C636D315D0A8}"/>
          </ac:spMkLst>
        </pc:spChg>
        <pc:spChg chg="add del mod">
          <ac:chgData name="Aryan Swami" userId="b86c3cc467f28ed2" providerId="LiveId" clId="{A996AF73-A129-446D-BD1B-9AF4FF8D5333}" dt="2026-04-08T17:04:54.114" v="537" actId="255"/>
          <ac:spMkLst>
            <pc:docMk/>
            <pc:sldMk cId="1553662846" sldId="259"/>
            <ac:spMk id="3" creationId="{57CE637C-32B1-035B-02C5-F84F80A6E763}"/>
          </ac:spMkLst>
        </pc:spChg>
        <pc:spChg chg="add del">
          <ac:chgData name="Aryan Swami" userId="b86c3cc467f28ed2" providerId="LiveId" clId="{A996AF73-A129-446D-BD1B-9AF4FF8D5333}" dt="2026-04-08T17:02:39.423" v="522" actId="21"/>
          <ac:spMkLst>
            <pc:docMk/>
            <pc:sldMk cId="1553662846" sldId="259"/>
            <ac:spMk id="4" creationId="{5E5505FD-165B-D5F3-3A3D-908B7D97CECF}"/>
          </ac:spMkLst>
        </pc:spChg>
        <pc:spChg chg="add mod">
          <ac:chgData name="Aryan Swami" userId="b86c3cc467f28ed2" providerId="LiveId" clId="{A996AF73-A129-446D-BD1B-9AF4FF8D5333}" dt="2026-04-08T17:02:37.330" v="521" actId="21"/>
          <ac:spMkLst>
            <pc:docMk/>
            <pc:sldMk cId="1553662846" sldId="259"/>
            <ac:spMk id="5" creationId="{C2842D57-3913-BB32-96CD-77DA68118CC9}"/>
          </ac:spMkLst>
        </pc:spChg>
        <pc:picChg chg="del">
          <ac:chgData name="Aryan Swami" userId="b86c3cc467f28ed2" providerId="LiveId" clId="{A996AF73-A129-446D-BD1B-9AF4FF8D5333}" dt="2026-04-08T17:01:04.224" v="517" actId="478"/>
          <ac:picMkLst>
            <pc:docMk/>
            <pc:sldMk cId="1553662846" sldId="259"/>
            <ac:picMk id="12" creationId="{1FE993C0-283B-C980-D360-5824BD9E2D77}"/>
          </ac:picMkLst>
        </pc:picChg>
      </pc:sldChg>
      <pc:sldChg chg="modSp mod">
        <pc:chgData name="Aryan Swami" userId="b86c3cc467f28ed2" providerId="LiveId" clId="{A996AF73-A129-446D-BD1B-9AF4FF8D5333}" dt="2026-04-08T17:05:57.716" v="543" actId="1076"/>
        <pc:sldMkLst>
          <pc:docMk/>
          <pc:sldMk cId="881853512" sldId="260"/>
        </pc:sldMkLst>
        <pc:spChg chg="mod">
          <ac:chgData name="Aryan Swami" userId="b86c3cc467f28ed2" providerId="LiveId" clId="{A996AF73-A129-446D-BD1B-9AF4FF8D5333}" dt="2026-04-08T17:05:57.716" v="543" actId="1076"/>
          <ac:spMkLst>
            <pc:docMk/>
            <pc:sldMk cId="881853512" sldId="260"/>
            <ac:spMk id="3" creationId="{987F2132-C9FF-7E6C-1F2C-0BB4729D9AF4}"/>
          </ac:spMkLst>
        </pc:spChg>
      </pc:sldChg>
      <pc:sldChg chg="addSp delSp modSp mod">
        <pc:chgData name="Aryan Swami" userId="b86c3cc467f28ed2" providerId="LiveId" clId="{A996AF73-A129-446D-BD1B-9AF4FF8D5333}" dt="2026-04-08T16:53:13.536" v="428" actId="1076"/>
        <pc:sldMkLst>
          <pc:docMk/>
          <pc:sldMk cId="3339192054" sldId="261"/>
        </pc:sldMkLst>
        <pc:spChg chg="mod">
          <ac:chgData name="Aryan Swami" userId="b86c3cc467f28ed2" providerId="LiveId" clId="{A996AF73-A129-446D-BD1B-9AF4FF8D5333}" dt="2026-04-08T16:03:26.784" v="17" actId="20577"/>
          <ac:spMkLst>
            <pc:docMk/>
            <pc:sldMk cId="3339192054" sldId="261"/>
            <ac:spMk id="2" creationId="{831A6FE1-A5C0-FFBA-0220-9DF1865D631C}"/>
          </ac:spMkLst>
        </pc:spChg>
        <pc:spChg chg="mod">
          <ac:chgData name="Aryan Swami" userId="b86c3cc467f28ed2" providerId="LiveId" clId="{A996AF73-A129-446D-BD1B-9AF4FF8D5333}" dt="2026-04-08T16:49:42.302" v="423" actId="2711"/>
          <ac:spMkLst>
            <pc:docMk/>
            <pc:sldMk cId="3339192054" sldId="261"/>
            <ac:spMk id="3" creationId="{8875A188-2852-FE4B-ACB3-F80D6C1EE8A3}"/>
          </ac:spMkLst>
        </pc:spChg>
        <pc:picChg chg="del mod">
          <ac:chgData name="Aryan Swami" userId="b86c3cc467f28ed2" providerId="LiveId" clId="{A996AF73-A129-446D-BD1B-9AF4FF8D5333}" dt="2026-04-08T16:53:04.574" v="425" actId="478"/>
          <ac:picMkLst>
            <pc:docMk/>
            <pc:sldMk cId="3339192054" sldId="261"/>
            <ac:picMk id="5" creationId="{F0619428-18B2-57B2-EF48-80810D1C7FA5}"/>
          </ac:picMkLst>
        </pc:picChg>
        <pc:picChg chg="add mod">
          <ac:chgData name="Aryan Swami" userId="b86c3cc467f28ed2" providerId="LiveId" clId="{A996AF73-A129-446D-BD1B-9AF4FF8D5333}" dt="2026-04-08T16:53:13.536" v="428" actId="1076"/>
          <ac:picMkLst>
            <pc:docMk/>
            <pc:sldMk cId="3339192054" sldId="261"/>
            <ac:picMk id="6" creationId="{FAB7BC84-91AF-0EAB-7B2A-F1D09A83A77A}"/>
          </ac:picMkLst>
        </pc:picChg>
      </pc:sldChg>
      <pc:sldChg chg="modSp del mod">
        <pc:chgData name="Aryan Swami" userId="b86c3cc467f28ed2" providerId="LiveId" clId="{A996AF73-A129-446D-BD1B-9AF4FF8D5333}" dt="2026-04-08T16:20:29.828" v="179" actId="47"/>
        <pc:sldMkLst>
          <pc:docMk/>
          <pc:sldMk cId="1002492832" sldId="262"/>
        </pc:sldMkLst>
        <pc:spChg chg="mod">
          <ac:chgData name="Aryan Swami" userId="b86c3cc467f28ed2" providerId="LiveId" clId="{A996AF73-A129-446D-BD1B-9AF4FF8D5333}" dt="2026-04-08T16:03:20.759" v="8" actId="20577"/>
          <ac:spMkLst>
            <pc:docMk/>
            <pc:sldMk cId="1002492832" sldId="262"/>
            <ac:spMk id="2" creationId="{723E9CEE-12B7-51E5-218E-8E59B93652F7}"/>
          </ac:spMkLst>
        </pc:spChg>
      </pc:sldChg>
      <pc:sldChg chg="modSp mod">
        <pc:chgData name="Aryan Swami" userId="b86c3cc467f28ed2" providerId="LiveId" clId="{A996AF73-A129-446D-BD1B-9AF4FF8D5333}" dt="2026-04-08T16:55:30.706" v="490" actId="1076"/>
        <pc:sldMkLst>
          <pc:docMk/>
          <pc:sldMk cId="536759361" sldId="263"/>
        </pc:sldMkLst>
        <pc:spChg chg="mod">
          <ac:chgData name="Aryan Swami" userId="b86c3cc467f28ed2" providerId="LiveId" clId="{A996AF73-A129-446D-BD1B-9AF4FF8D5333}" dt="2026-04-08T16:55:30.706" v="490" actId="1076"/>
          <ac:spMkLst>
            <pc:docMk/>
            <pc:sldMk cId="536759361" sldId="263"/>
            <ac:spMk id="2" creationId="{E4429C20-DDCC-2885-DD7F-E2E16729AA7E}"/>
          </ac:spMkLst>
        </pc:spChg>
        <pc:spChg chg="mod">
          <ac:chgData name="Aryan Swami" userId="b86c3cc467f28ed2" providerId="LiveId" clId="{A996AF73-A129-446D-BD1B-9AF4FF8D5333}" dt="2026-04-08T16:55:21.459" v="488" actId="1076"/>
          <ac:spMkLst>
            <pc:docMk/>
            <pc:sldMk cId="536759361" sldId="263"/>
            <ac:spMk id="4" creationId="{3C8B7DD7-B02C-315D-6611-EE88E1C5F7C5}"/>
          </ac:spMkLst>
        </pc:spChg>
      </pc:sldChg>
      <pc:sldChg chg="modSp mod">
        <pc:chgData name="Aryan Swami" userId="b86c3cc467f28ed2" providerId="LiveId" clId="{A996AF73-A129-446D-BD1B-9AF4FF8D5333}" dt="2026-04-08T17:07:17.349" v="559" actId="120"/>
        <pc:sldMkLst>
          <pc:docMk/>
          <pc:sldMk cId="3318188703" sldId="266"/>
        </pc:sldMkLst>
        <pc:spChg chg="mod">
          <ac:chgData name="Aryan Swami" userId="b86c3cc467f28ed2" providerId="LiveId" clId="{A996AF73-A129-446D-BD1B-9AF4FF8D5333}" dt="2026-04-08T17:07:17.349" v="559" actId="120"/>
          <ac:spMkLst>
            <pc:docMk/>
            <pc:sldMk cId="3318188703" sldId="266"/>
            <ac:spMk id="2" creationId="{7349FF70-514C-691D-8225-AD41BB6D8450}"/>
          </ac:spMkLst>
        </pc:spChg>
        <pc:spChg chg="mod">
          <ac:chgData name="Aryan Swami" userId="b86c3cc467f28ed2" providerId="LiveId" clId="{A996AF73-A129-446D-BD1B-9AF4FF8D5333}" dt="2026-04-08T17:05:27.976" v="542" actId="1076"/>
          <ac:spMkLst>
            <pc:docMk/>
            <pc:sldMk cId="3318188703" sldId="266"/>
            <ac:spMk id="3" creationId="{A487E616-ED5A-DA85-A008-92889CA2CBEC}"/>
          </ac:spMkLst>
        </pc:spChg>
      </pc:sldChg>
      <pc:sldChg chg="modSp mod">
        <pc:chgData name="Aryan Swami" userId="b86c3cc467f28ed2" providerId="LiveId" clId="{A996AF73-A129-446D-BD1B-9AF4FF8D5333}" dt="2026-04-08T17:07:22.098" v="560" actId="122"/>
        <pc:sldMkLst>
          <pc:docMk/>
          <pc:sldMk cId="3916603957" sldId="267"/>
        </pc:sldMkLst>
        <pc:spChg chg="mod">
          <ac:chgData name="Aryan Swami" userId="b86c3cc467f28ed2" providerId="LiveId" clId="{A996AF73-A129-446D-BD1B-9AF4FF8D5333}" dt="2026-04-08T17:07:22.098" v="560" actId="122"/>
          <ac:spMkLst>
            <pc:docMk/>
            <pc:sldMk cId="3916603957" sldId="267"/>
            <ac:spMk id="2" creationId="{A42C6F46-F8EA-0F81-E45A-6B17465A770B}"/>
          </ac:spMkLst>
        </pc:spChg>
        <pc:spChg chg="mod">
          <ac:chgData name="Aryan Swami" userId="b86c3cc467f28ed2" providerId="LiveId" clId="{A996AF73-A129-446D-BD1B-9AF4FF8D5333}" dt="2026-04-08T17:06:42.845" v="547" actId="1076"/>
          <ac:spMkLst>
            <pc:docMk/>
            <pc:sldMk cId="3916603957" sldId="267"/>
            <ac:spMk id="7" creationId="{E93A3C92-3210-E4FE-DF9A-B6ED336A7861}"/>
          </ac:spMkLst>
        </pc:spChg>
      </pc:sldChg>
      <pc:sldChg chg="addSp delSp modSp mod">
        <pc:chgData name="Aryan Swami" userId="b86c3cc467f28ed2" providerId="LiveId" clId="{A996AF73-A129-446D-BD1B-9AF4FF8D5333}" dt="2026-04-08T16:58:04.940" v="509" actId="1076"/>
        <pc:sldMkLst>
          <pc:docMk/>
          <pc:sldMk cId="1076266199" sldId="268"/>
        </pc:sldMkLst>
        <pc:spChg chg="mod">
          <ac:chgData name="Aryan Swami" userId="b86c3cc467f28ed2" providerId="LiveId" clId="{A996AF73-A129-446D-BD1B-9AF4FF8D5333}" dt="2026-04-08T16:57:27.234" v="500" actId="1076"/>
          <ac:spMkLst>
            <pc:docMk/>
            <pc:sldMk cId="1076266199" sldId="268"/>
            <ac:spMk id="2" creationId="{077A146F-D889-0BD8-8104-6161538368F6}"/>
          </ac:spMkLst>
        </pc:spChg>
        <pc:spChg chg="mod">
          <ac:chgData name="Aryan Swami" userId="b86c3cc467f28ed2" providerId="LiveId" clId="{A996AF73-A129-446D-BD1B-9AF4FF8D5333}" dt="2026-04-08T16:58:04.940" v="509" actId="1076"/>
          <ac:spMkLst>
            <pc:docMk/>
            <pc:sldMk cId="1076266199" sldId="268"/>
            <ac:spMk id="3" creationId="{F0AE1337-5DAB-AB3A-38D1-AF661EB0AB6F}"/>
          </ac:spMkLst>
        </pc:spChg>
        <pc:spChg chg="add">
          <ac:chgData name="Aryan Swami" userId="b86c3cc467f28ed2" providerId="LiveId" clId="{A996AF73-A129-446D-BD1B-9AF4FF8D5333}" dt="2026-04-08T16:28:09.849" v="217"/>
          <ac:spMkLst>
            <pc:docMk/>
            <pc:sldMk cId="1076266199" sldId="268"/>
            <ac:spMk id="5" creationId="{E35B54F6-8349-6439-28D7-36E92EBDEA99}"/>
          </ac:spMkLst>
        </pc:spChg>
        <pc:spChg chg="add">
          <ac:chgData name="Aryan Swami" userId="b86c3cc467f28ed2" providerId="LiveId" clId="{A996AF73-A129-446D-BD1B-9AF4FF8D5333}" dt="2026-04-08T16:28:17.677" v="218"/>
          <ac:spMkLst>
            <pc:docMk/>
            <pc:sldMk cId="1076266199" sldId="268"/>
            <ac:spMk id="6" creationId="{816748B6-513F-8882-00E2-87E7607873D2}"/>
          </ac:spMkLst>
        </pc:spChg>
        <pc:picChg chg="del mod">
          <ac:chgData name="Aryan Swami" userId="b86c3cc467f28ed2" providerId="LiveId" clId="{A996AF73-A129-446D-BD1B-9AF4FF8D5333}" dt="2026-04-08T16:57:03.130" v="496" actId="478"/>
          <ac:picMkLst>
            <pc:docMk/>
            <pc:sldMk cId="1076266199" sldId="268"/>
            <ac:picMk id="3075" creationId="{71999CC2-0CEC-43F7-B2DC-21A4F2DD6955}"/>
          </ac:picMkLst>
        </pc:picChg>
      </pc:sldChg>
      <pc:sldChg chg="addSp delSp modSp mod">
        <pc:chgData name="Aryan Swami" userId="b86c3cc467f28ed2" providerId="LiveId" clId="{A996AF73-A129-446D-BD1B-9AF4FF8D5333}" dt="2026-04-08T16:56:56.724" v="495" actId="1076"/>
        <pc:sldMkLst>
          <pc:docMk/>
          <pc:sldMk cId="114671976" sldId="270"/>
        </pc:sldMkLst>
        <pc:spChg chg="mod">
          <ac:chgData name="Aryan Swami" userId="b86c3cc467f28ed2" providerId="LiveId" clId="{A996AF73-A129-446D-BD1B-9AF4FF8D5333}" dt="2026-04-08T16:56:56.724" v="495" actId="1076"/>
          <ac:spMkLst>
            <pc:docMk/>
            <pc:sldMk cId="114671976" sldId="270"/>
            <ac:spMk id="2" creationId="{48E33823-9FCF-F31A-FBF0-988475B83F73}"/>
          </ac:spMkLst>
        </pc:spChg>
        <pc:spChg chg="add">
          <ac:chgData name="Aryan Swami" userId="b86c3cc467f28ed2" providerId="LiveId" clId="{A996AF73-A129-446D-BD1B-9AF4FF8D5333}" dt="2026-04-08T16:24:37.759" v="185"/>
          <ac:spMkLst>
            <pc:docMk/>
            <pc:sldMk cId="114671976" sldId="270"/>
            <ac:spMk id="3" creationId="{F89877CA-B9F0-4C7E-1FBC-E53A54D9561F}"/>
          </ac:spMkLst>
        </pc:spChg>
        <pc:spChg chg="add">
          <ac:chgData name="Aryan Swami" userId="b86c3cc467f28ed2" providerId="LiveId" clId="{A996AF73-A129-446D-BD1B-9AF4FF8D5333}" dt="2026-04-08T16:24:55.948" v="188"/>
          <ac:spMkLst>
            <pc:docMk/>
            <pc:sldMk cId="114671976" sldId="270"/>
            <ac:spMk id="5" creationId="{D5EE5607-1CF0-9718-A268-41968826A3F5}"/>
          </ac:spMkLst>
        </pc:spChg>
        <pc:spChg chg="mod">
          <ac:chgData name="Aryan Swami" userId="b86c3cc467f28ed2" providerId="LiveId" clId="{A996AF73-A129-446D-BD1B-9AF4FF8D5333}" dt="2026-04-08T16:56:51.819" v="494" actId="1076"/>
          <ac:spMkLst>
            <pc:docMk/>
            <pc:sldMk cId="114671976" sldId="270"/>
            <ac:spMk id="6" creationId="{539A2A0A-B089-3699-E77F-FEBCB2541029}"/>
          </ac:spMkLst>
        </pc:spChg>
        <pc:spChg chg="add">
          <ac:chgData name="Aryan Swami" userId="b86c3cc467f28ed2" providerId="LiveId" clId="{A996AF73-A129-446D-BD1B-9AF4FF8D5333}" dt="2026-04-08T16:25:08.812" v="193"/>
          <ac:spMkLst>
            <pc:docMk/>
            <pc:sldMk cId="114671976" sldId="270"/>
            <ac:spMk id="7" creationId="{FBF8CD44-7F79-66C9-0369-2E7E1E44A73A}"/>
          </ac:spMkLst>
        </pc:spChg>
        <pc:picChg chg="del">
          <ac:chgData name="Aryan Swami" userId="b86c3cc467f28ed2" providerId="LiveId" clId="{A996AF73-A129-446D-BD1B-9AF4FF8D5333}" dt="2026-04-08T16:56:36.057" v="491" actId="478"/>
          <ac:picMkLst>
            <pc:docMk/>
            <pc:sldMk cId="114671976" sldId="270"/>
            <ac:picMk id="5124" creationId="{E01B78AE-6BE8-2D73-6986-CC40488C297B}"/>
          </ac:picMkLst>
        </pc:picChg>
      </pc:sldChg>
      <pc:sldChg chg="addSp delSp modSp mod">
        <pc:chgData name="Aryan Swami" userId="b86c3cc467f28ed2" providerId="LiveId" clId="{A996AF73-A129-446D-BD1B-9AF4FF8D5333}" dt="2026-04-08T17:19:15.231" v="696" actId="1076"/>
        <pc:sldMkLst>
          <pc:docMk/>
          <pc:sldMk cId="3864434690" sldId="271"/>
        </pc:sldMkLst>
        <pc:spChg chg="mod">
          <ac:chgData name="Aryan Swami" userId="b86c3cc467f28ed2" providerId="LiveId" clId="{A996AF73-A129-446D-BD1B-9AF4FF8D5333}" dt="2026-04-08T17:15:39.870" v="684" actId="1076"/>
          <ac:spMkLst>
            <pc:docMk/>
            <pc:sldMk cId="3864434690" sldId="271"/>
            <ac:spMk id="2" creationId="{E83A98C8-530F-C870-FA69-14C14B8DAD8D}"/>
          </ac:spMkLst>
        </pc:spChg>
        <pc:spChg chg="mod">
          <ac:chgData name="Aryan Swami" userId="b86c3cc467f28ed2" providerId="LiveId" clId="{A996AF73-A129-446D-BD1B-9AF4FF8D5333}" dt="2026-04-08T17:05:08.133" v="538" actId="20577"/>
          <ac:spMkLst>
            <pc:docMk/>
            <pc:sldMk cId="3864434690" sldId="271"/>
            <ac:spMk id="3" creationId="{18D8C821-EC45-FD40-DAC9-E31BE3E501C4}"/>
          </ac:spMkLst>
        </pc:spChg>
        <pc:picChg chg="del">
          <ac:chgData name="Aryan Swami" userId="b86c3cc467f28ed2" providerId="LiveId" clId="{A996AF73-A129-446D-BD1B-9AF4FF8D5333}" dt="2026-04-08T17:15:28.358" v="682" actId="478"/>
          <ac:picMkLst>
            <pc:docMk/>
            <pc:sldMk cId="3864434690" sldId="271"/>
            <ac:picMk id="6" creationId="{239207C1-E349-DDA0-A7E4-E0C479B52775}"/>
          </ac:picMkLst>
        </pc:picChg>
        <pc:picChg chg="add mod">
          <ac:chgData name="Aryan Swami" userId="b86c3cc467f28ed2" providerId="LiveId" clId="{A996AF73-A129-446D-BD1B-9AF4FF8D5333}" dt="2026-04-08T17:19:15.231" v="696" actId="1076"/>
          <ac:picMkLst>
            <pc:docMk/>
            <pc:sldMk cId="3864434690" sldId="271"/>
            <ac:picMk id="7" creationId="{02FC5918-D592-4D59-E8BA-BE4787140D16}"/>
          </ac:picMkLst>
        </pc:picChg>
        <pc:picChg chg="add mod">
          <ac:chgData name="Aryan Swami" userId="b86c3cc467f28ed2" providerId="LiveId" clId="{A996AF73-A129-446D-BD1B-9AF4FF8D5333}" dt="2026-04-08T17:19:12.976" v="695" actId="1076"/>
          <ac:picMkLst>
            <pc:docMk/>
            <pc:sldMk cId="3864434690" sldId="271"/>
            <ac:picMk id="9" creationId="{777A9C3A-1DEC-C4DB-3730-5137FC8F93A1}"/>
          </ac:picMkLst>
        </pc:picChg>
      </pc:sldChg>
      <pc:sldChg chg="addSp delSp modSp new mod ord">
        <pc:chgData name="Aryan Swami" userId="b86c3cc467f28ed2" providerId="LiveId" clId="{A996AF73-A129-446D-BD1B-9AF4FF8D5333}" dt="2026-04-08T16:20:10.403" v="178" actId="1076"/>
        <pc:sldMkLst>
          <pc:docMk/>
          <pc:sldMk cId="1288557611" sldId="272"/>
        </pc:sldMkLst>
        <pc:spChg chg="mod">
          <ac:chgData name="Aryan Swami" userId="b86c3cc467f28ed2" providerId="LiveId" clId="{A996AF73-A129-446D-BD1B-9AF4FF8D5333}" dt="2026-04-08T16:20:10.403" v="178" actId="1076"/>
          <ac:spMkLst>
            <pc:docMk/>
            <pc:sldMk cId="1288557611" sldId="272"/>
            <ac:spMk id="2" creationId="{2894E09A-44BE-803B-1DA3-9D39D8208E25}"/>
          </ac:spMkLst>
        </pc:spChg>
        <pc:spChg chg="del">
          <ac:chgData name="Aryan Swami" userId="b86c3cc467f28ed2" providerId="LiveId" clId="{A996AF73-A129-446D-BD1B-9AF4FF8D5333}" dt="2026-04-08T16:07:37.705" v="28" actId="22"/>
          <ac:spMkLst>
            <pc:docMk/>
            <pc:sldMk cId="1288557611" sldId="272"/>
            <ac:spMk id="3" creationId="{662ACB93-3D91-2551-A33B-0DD7C8971689}"/>
          </ac:spMkLst>
        </pc:spChg>
        <pc:picChg chg="add mod ord modCrop">
          <ac:chgData name="Aryan Swami" userId="b86c3cc467f28ed2" providerId="LiveId" clId="{A996AF73-A129-446D-BD1B-9AF4FF8D5333}" dt="2026-04-08T16:20:06.874" v="177" actId="1076"/>
          <ac:picMkLst>
            <pc:docMk/>
            <pc:sldMk cId="1288557611" sldId="272"/>
            <ac:picMk id="6" creationId="{2FD610C7-4C39-614D-E4E4-940002A19CE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A8B32A-C204-4155-87D1-F780C816471E}" type="datetimeFigureOut">
              <a:rPr lang="en-IN" smtClean="0"/>
              <a:t>08-04-2026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FD3054-30D0-464D-A8E7-0B639282CC1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716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FD3054-30D0-464D-A8E7-0B639282CC1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9655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8B64-152B-E27E-50DC-5550B643D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B94645-8A7A-8890-BBFF-14A5E3CE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E5331-D74F-6B72-AFF8-E5712F0B8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A706A-4970-46A9-8230-217D2B167950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562C5-0561-2D51-F01C-2E7CB3110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1B7F2-F2C8-0DAA-61E2-30EFC109F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95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A9D9B-B67F-CF1E-4407-0BF0756C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CEDD8-792A-4B43-6FA2-635DB2849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4B17E-421C-3741-3662-E7D611D4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F1BDDD-C11B-4760-A959-E38AC8FF4A87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C42FF-D4E4-E42D-9501-45FE0E80E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5DC72-9395-1C2C-EEBE-62BBA62CB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8176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7BDBA-C098-552A-D4E1-151FC6636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C0C99-0B6C-6742-F12C-F16959FEF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B7BAB-7696-6877-B855-C6216F4FC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5B0083-D500-4167-A3CE-3E4E67E11D63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35E3C-73CF-803F-A548-D748D8D26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24927-2B92-E74F-3FAA-9940D33E3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2539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7F0C-145B-DFF5-45C2-AA30B3CEF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A9F91-816C-899A-64F3-76E8A0A8B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47FD3B-A8F6-8D2C-9A4C-8299368B0D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FDC18-3041-3265-3184-7E531DDBF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ECF11-DD5E-46A5-80E9-D907DFA7689B}" type="datetime1">
              <a:rPr lang="en-IN" smtClean="0"/>
              <a:t>08-04-2026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C7ED2-2AC7-2F30-957D-F14B7567C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1E0893-757F-8171-989F-49BF8F245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69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D5DFF-0276-B384-F2F7-E4EDF5F33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DFC45-5310-18B8-020C-F5CAE6C1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E2234-0774-158E-A00F-5B988A9B0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ED729F-BEC9-4B48-5E21-5EBD6012FB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7E0833-6697-5512-7F79-415E19A192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B75867-7420-6B95-0058-33DE51A81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94336-5512-4C0E-B59E-032A5D3BCCB7}" type="datetime1">
              <a:rPr lang="en-IN" smtClean="0"/>
              <a:t>08-04-2026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326F6D-1372-24DE-155C-AAE285836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7CF1F3-F58A-5296-8D6A-9CBE133DF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443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0A3D0-3EA3-7E42-3279-DFF34BBD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AE68B-D99E-5285-0537-A9759752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334D2-3977-4B75-B5A2-8BBAE777DFB3}" type="datetime1">
              <a:rPr lang="en-IN" smtClean="0"/>
              <a:t>08-04-2026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57547D-132D-9C67-42B8-653445636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934E1-7F78-AABE-FFD0-F82BE1421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443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A62A22-F430-EA23-3253-E969A94D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003B17-2EB1-409D-961F-20BA31FEE401}" type="datetime1">
              <a:rPr lang="en-IN" smtClean="0"/>
              <a:t>08-04-2026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05DDE-B867-215C-D738-F31D34647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9A290-A348-D68F-44FC-ECBF4E9A2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1217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2E07-C6FE-BBFE-8057-DFF0092DB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38748-5114-0279-9140-3EAF6C84F0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FAC749-C0EF-CFC5-B6FA-35E80E077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243EB6-0675-6EAE-8340-09A1265D1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9D2F5-1867-493A-978E-A1A79E8961D0}" type="datetime1">
              <a:rPr lang="en-IN" smtClean="0"/>
              <a:t>08-04-2026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B66E7-141D-F8FC-DDE3-729955756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56D9B-19B5-A724-D366-193AA23BB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544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61D24-20B9-A3F3-139A-02D7E762A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642332-27C2-C216-011F-5D1FCF43C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EE2413-2B43-6E70-39F0-858C15662E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ED93C2-8C07-0C76-233A-F002677A2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F676E-1596-4415-9E2C-BA5F7C360A02}" type="datetime1">
              <a:rPr lang="en-IN" smtClean="0"/>
              <a:t>08-04-2026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780EA4-5E0B-4CC4-27D6-9DD201301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BEAE38-0106-7079-CE03-80E08DD91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022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72CEC-B2E6-4AF4-BB43-1B54BD5CB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5DAEE-227E-0B57-6A1D-FE6EE7F17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98716-2D21-9DE2-17D8-A9BFB36BF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D7199A-CA6E-48D6-854C-0B60D52382EE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BD308-E647-FAA6-1FBE-7850457F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B26E7-427F-D909-DD5A-6256E0ECE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37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0D249B-32C8-398B-F0A4-AD31C7C06B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F4C91C-56AC-64A4-0362-FAF3985705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32BE3-4BAE-A75E-1ADF-F9681A799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CFBE7-A2D3-4A15-ACB3-BB18784A462E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86700-32DD-E366-2389-16A81D7A5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D56A0-35E3-C512-6BE7-8DCA4FBBC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365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47F7E1-74FB-3452-023B-D16C0C9BB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4A42-3455-06B4-1C74-9A9CE7E3E3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781FC-080B-8494-F77D-5DE6657E9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99412F-DCA8-4FF3-96AE-80F8917A34EA}" type="datetime1">
              <a:rPr lang="en-IN" smtClean="0"/>
              <a:t>08-04-2026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7636F-AF63-E711-F536-8D6D607300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18D32-5378-3E51-AC40-B547EBAC6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C92681-5E05-4BC6-8FED-AA8D5645997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22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dpi.com/1424-8220/22/23/9477?utm_source=chatgpt.com" TargetMode="External"/><Relationship Id="rId2" Type="http://schemas.openxmlformats.org/officeDocument/2006/relationships/hyperlink" Target="https://pmc.ncbi.nlm.nih.gov/articles/PMC8123416/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search.ijcaonline.org/volume69/number9/pxc3887665.pdf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B94BF0A-9D7F-3CE5-BF74-1C05D0DD4BD9}"/>
              </a:ext>
            </a:extLst>
          </p:cNvPr>
          <p:cNvSpPr txBox="1"/>
          <p:nvPr/>
        </p:nvSpPr>
        <p:spPr>
          <a:xfrm>
            <a:off x="702733" y="584200"/>
            <a:ext cx="8915400" cy="1490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en-US" sz="2400" b="1" spc="-50" dirty="0">
                <a:latin typeface="Times New Roman"/>
                <a:cs typeface="Times New Roman"/>
              </a:rPr>
              <a:t>Dr.</a:t>
            </a:r>
            <a:r>
              <a:rPr lang="en-US" sz="2400" b="1" spc="-6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B.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R.</a:t>
            </a:r>
            <a:r>
              <a:rPr lang="en-US" sz="2400" b="1" spc="-14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Ambedkar</a:t>
            </a:r>
            <a:r>
              <a:rPr lang="en-US" sz="2400" b="1" spc="-9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National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Institute</a:t>
            </a:r>
            <a:r>
              <a:rPr lang="en-US" sz="2400" b="1" spc="-5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Of</a:t>
            </a:r>
            <a:r>
              <a:rPr lang="en-US" sz="2400" b="1" spc="-95" dirty="0">
                <a:latin typeface="Times New Roman"/>
                <a:cs typeface="Times New Roman"/>
              </a:rPr>
              <a:t> </a:t>
            </a:r>
            <a:r>
              <a:rPr lang="en-US" sz="2400" b="1" spc="-30" dirty="0">
                <a:latin typeface="Times New Roman"/>
                <a:cs typeface="Times New Roman"/>
              </a:rPr>
              <a:t>Technology,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Jalandhar</a:t>
            </a:r>
            <a:endParaRPr lang="en-US" sz="24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24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lang="en-US" sz="2400" b="1" dirty="0">
                <a:latin typeface="Times New Roman"/>
                <a:cs typeface="Times New Roman"/>
              </a:rPr>
              <a:t>Department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of</a:t>
            </a:r>
            <a:r>
              <a:rPr lang="en-US" sz="2400" b="1" spc="-6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Computer</a:t>
            </a:r>
            <a:r>
              <a:rPr lang="en-US" sz="2400" b="1" spc="-85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Science</a:t>
            </a:r>
            <a:r>
              <a:rPr lang="en-US" sz="2400" b="1" spc="-80" dirty="0">
                <a:latin typeface="Times New Roman"/>
                <a:cs typeface="Times New Roman"/>
              </a:rPr>
              <a:t> </a:t>
            </a:r>
            <a:r>
              <a:rPr lang="en-US" sz="2400" b="1" dirty="0">
                <a:latin typeface="Times New Roman"/>
                <a:cs typeface="Times New Roman"/>
              </a:rPr>
              <a:t>and</a:t>
            </a:r>
            <a:r>
              <a:rPr lang="en-US" sz="2400" b="1" spc="-45" dirty="0">
                <a:latin typeface="Times New Roman"/>
                <a:cs typeface="Times New Roman"/>
              </a:rPr>
              <a:t> </a:t>
            </a:r>
            <a:r>
              <a:rPr lang="en-US" sz="2400" b="1" spc="-10" dirty="0">
                <a:latin typeface="Times New Roman"/>
                <a:cs typeface="Times New Roman"/>
              </a:rPr>
              <a:t>Engineering</a:t>
            </a:r>
            <a:endParaRPr lang="en-US" sz="2400" dirty="0">
              <a:latin typeface="Times New Roman"/>
              <a:cs typeface="Times New Roman"/>
            </a:endParaRPr>
          </a:p>
          <a:p>
            <a:endParaRPr lang="en-IN" dirty="0"/>
          </a:p>
        </p:txBody>
      </p:sp>
      <p:pic>
        <p:nvPicPr>
          <p:cNvPr id="7" name="object 4">
            <a:extLst>
              <a:ext uri="{FF2B5EF4-FFF2-40B4-BE49-F238E27FC236}">
                <a16:creationId xmlns:a16="http://schemas.microsoft.com/office/drawing/2014/main" id="{5B12F912-EAFE-7958-1689-0D127425DDD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03026" y="584200"/>
            <a:ext cx="1392936" cy="13975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E058636-3A7F-2F23-BA30-D2DE2DE8A2F8}"/>
              </a:ext>
            </a:extLst>
          </p:cNvPr>
          <p:cNvSpPr txBox="1"/>
          <p:nvPr/>
        </p:nvSpPr>
        <p:spPr>
          <a:xfrm>
            <a:off x="932801" y="2630278"/>
            <a:ext cx="845526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MAJOR PROJECT PRESENTATION 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TOPIC: COMPUTER VISION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TITLE: AUTOMATIC LICENSE PLATE RECOGNITION SYSTEM</a:t>
            </a:r>
          </a:p>
          <a:p>
            <a:pPr algn="ctr"/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BE520-ADBD-1AF6-7A77-A0823A7CE2B1}"/>
              </a:ext>
            </a:extLst>
          </p:cNvPr>
          <p:cNvSpPr txBox="1"/>
          <p:nvPr/>
        </p:nvSpPr>
        <p:spPr>
          <a:xfrm>
            <a:off x="932801" y="4262482"/>
            <a:ext cx="445769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BY: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ARYAN                                (22103031)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GANDLA SAI SHIVANI   (22103054)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UJALA GUPTA                  (22103155)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AYUSH RAJ                       (22103035)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YUVRAJ SINGH	             (22103166)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ARSHIT		             (22103028)</a:t>
            </a:r>
          </a:p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6B7620-AC3E-09DE-3A82-455274D1BAD3}"/>
              </a:ext>
            </a:extLst>
          </p:cNvPr>
          <p:cNvSpPr txBox="1"/>
          <p:nvPr/>
        </p:nvSpPr>
        <p:spPr>
          <a:xfrm>
            <a:off x="6468532" y="4216315"/>
            <a:ext cx="35136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OF:</a:t>
            </a:r>
          </a:p>
          <a:p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RENU DHIR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32A4BC6-6356-9157-6134-AF187AB0E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893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2973B-A247-E265-B959-98113F36C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116" y="-79250"/>
            <a:ext cx="10928684" cy="140193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8BEAD-3D76-E026-C1D3-3840E2D82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116" y="1491048"/>
            <a:ext cx="10515600" cy="4236735"/>
          </a:xfrm>
        </p:spPr>
        <p:txBody>
          <a:bodyPr>
            <a:normAutofit fontScale="25000" lnSpcReduction="20000"/>
          </a:bodyPr>
          <a:lstStyle/>
          <a:p>
            <a:pPr marL="0" indent="0" algn="just">
              <a:buNone/>
            </a:pPr>
            <a:r>
              <a:rPr lang="en-IN" sz="8000" b="1" spc="-10" dirty="0">
                <a:latin typeface="Times New Roman"/>
                <a:cs typeface="Times New Roman"/>
              </a:rPr>
              <a:t>CONTENTS                                                                	      PAGE NO. </a:t>
            </a:r>
          </a:p>
          <a:p>
            <a:pPr marL="0" indent="0" algn="just">
              <a:buNone/>
            </a:pPr>
            <a:endParaRPr lang="en-IN" sz="3200" dirty="0">
              <a:latin typeface="Times New Roman"/>
              <a:cs typeface="Times New Roman"/>
            </a:endParaRPr>
          </a:p>
          <a:p>
            <a:pPr marL="12700" indent="0" algn="just">
              <a:lnSpc>
                <a:spcPct val="100000"/>
              </a:lnSpc>
              <a:spcBef>
                <a:spcPts val="95"/>
              </a:spcBef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                                                                           	3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AND RESEARCH                                                  	4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                                                              	5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                                                               		6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                                                                            		7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					8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                                                                 	9                                                                                                         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		                                    		10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			                                     	11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                                                                           	12</a:t>
            </a:r>
          </a:p>
          <a:p>
            <a:pPr marL="12700" indent="0" algn="just">
              <a:lnSpc>
                <a:spcPct val="100000"/>
              </a:lnSpc>
              <a:buNone/>
              <a:tabLst>
                <a:tab pos="354965" algn="l"/>
              </a:tabLst>
            </a:pPr>
            <a:r>
              <a:rPr lang="en-US" sz="7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                                                                             	13                                                                         </a:t>
            </a:r>
            <a:endParaRPr lang="en-IN" sz="7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29CC8-1860-81AC-833F-FD134298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65782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A367F-D3CD-6975-2BB6-7F7CC070A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158" y="385011"/>
            <a:ext cx="10912642" cy="1305677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C34A6D-0317-4CCF-71E8-B1586F2F03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58" y="1938476"/>
            <a:ext cx="10912642" cy="467702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</a:t>
            </a:r>
            <a:r>
              <a:rPr lang="en-IN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License Plate Recognition (ALPR)</a:t>
            </a: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sz="1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computer vision system that automatically identifies vehicle license plate numbers from images or videos.</a:t>
            </a:r>
          </a:p>
          <a:p>
            <a:pPr marL="457200" lvl="1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</a:t>
            </a:r>
            <a:r>
              <a:rPr lang="en-US" sz="19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plays a crucial role in traffic automation, surveillance, parking management, toll collection, and law enforcement. It eliminates the need for manual monitoring and enhances security and efficiency.</a:t>
            </a: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sz="19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and implement an Automatic License Plate Recognition system capable of detecting, segmenting, and recognizing license plates in real time using image processing and deep learning techniques.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2CC403-2FFC-0C15-A673-E231893D2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110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147B6-8BE9-62D6-AD0B-C636D315D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310" y="256674"/>
            <a:ext cx="11193379" cy="100486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AND RESEARCH 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E637C-32B1-035B-02C5-F84F80A6E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309" y="1261534"/>
            <a:ext cx="11193379" cy="533979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Focus</a:t>
            </a:r>
            <a:r>
              <a:rPr lang="en-US" sz="19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research emphasizes the need for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 and real-time ALPR systems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capable of handling real-world challenges such as varying lighting conditions, motion blur, different plate formats, and complex backgrounds. Modern approaches focus on deep learning-based solutions for improved accuracy and scalability. [1]</a:t>
            </a:r>
          </a:p>
          <a:p>
            <a:pPr marL="457200" lvl="1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Takeaway</a:t>
            </a:r>
            <a:r>
              <a:rPr lang="en-US" sz="19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Methods: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detection and morphological operations were widely used for plate localization but are highly sensitive to noise, shadows, and environmental variations.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Learning-Based Detection: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YOLO-based models (especially YOLOv5/YOLOv8) provide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accuracy and real-time performance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even under challenging conditions like low light, occlusion, and angled views. [2].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Techniques: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OCR tools such as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EasyOCR and Tesseract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 efficient extraction of alphanumeric text from detected plates without requiring explicit character segmentation.</a:t>
            </a:r>
          </a:p>
          <a:p>
            <a:pPr lvl="1"/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Systems: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Recent trends focus on combining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 detection + OCR pipelines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eliminating the need for manual preprocessing and improving overall system efficiency. 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803C0E3-FEC4-B5B6-D872-2C3D4B08D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662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97F6C-4AD1-2FE0-E8FB-746570D68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11" y="368968"/>
            <a:ext cx="11121189" cy="91796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F2132-C9FF-7E6C-1F2C-0BB4729D9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05" y="1286934"/>
            <a:ext cx="11121189" cy="498984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the college main gate, vehicle entry is currently not monitored/monitored manually sometimes, which leads to: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Inefficiency during peak hours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errors in logging vehicle details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efficient real-time tracking and record keeping</a:t>
            </a:r>
          </a:p>
          <a:p>
            <a:pPr marL="0" indent="0">
              <a:buNone/>
            </a:pPr>
            <a:endParaRPr lang="en-US" sz="19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endParaRPr lang="en-US" sz="1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an automated system that: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vehicle number plates in real time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Extracts plate numbers automatically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Logs vehicle entry with timestamp for monitoring and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2D394A-BDC3-D8D3-841A-A93A0337E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1853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A6FE1-A5C0-FFBA-0220-9DF1865D6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467" y="341062"/>
            <a:ext cx="11091333" cy="97127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endParaRPr lang="en-IN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5A188-2852-FE4B-ACB3-F80D6C1EE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467" y="1312334"/>
            <a:ext cx="8348133" cy="46397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Step-by-Step Workflow: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Image/Video Capture: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input from a camera installed at the college main gate for real-time monitoring.</a:t>
            </a: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License Plate Detection: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a trained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YOLOv8 deep learning model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detect and localize the license plate in the frame with high accuracy.</a:t>
            </a: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Plate Region Extraction: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Crop the detected license plate region (ROI) from the image for further processing.</a:t>
            </a: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Recognition (OCR):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EasyOCR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extract alphanumeric characters from the cropped license plate.</a:t>
            </a: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 Post-Processing: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and format the extracted text using regular expressions to match standard Indian license plate formats.</a:t>
            </a:r>
          </a:p>
          <a:p>
            <a:pPr marL="342900" indent="-342900"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&amp; Logging: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the detected plate number and store it with timestamp for entry monitoring and record keeping at the college gate.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CE0228D-BC98-7980-8A03-24BC5762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6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B7BC84-91AF-0EAB-7B2A-F1D09A83A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6534" y="1250237"/>
            <a:ext cx="2267266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192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E09A-44BE-803B-1DA3-9D39D820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FD610C7-4C39-614D-E4E4-940002A19C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697" r="11061" b="6344"/>
          <a:stretch>
            <a:fillRect/>
          </a:stretch>
        </p:blipFill>
        <p:spPr>
          <a:xfrm>
            <a:off x="2153919" y="1418574"/>
            <a:ext cx="7884161" cy="520989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2BEFA-92E7-A8E7-0E57-E91D95D1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8557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98C8-530F-C870-FA69-14C14B8DA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PERFORMACE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8C821-EC45-FD40-DAC9-E31BE3E50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612F1-7F00-556B-CBAF-6B403B8F5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8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FC5918-D592-4D59-E8BA-BE4787140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115" y="5552903"/>
            <a:ext cx="9955763" cy="7137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7A9C3A-1DEC-C4DB-3730-5137FC8F9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470" y="1462088"/>
            <a:ext cx="5337055" cy="3972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434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29C20-DDCC-2885-DD7F-E2E16729A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53" y="233616"/>
            <a:ext cx="11287094" cy="1016064"/>
          </a:xfrm>
        </p:spPr>
        <p:txBody>
          <a:bodyPr>
            <a:no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TECHNOLOGY STACK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8B7DD7-B02C-315D-6611-EE88E1C5F7C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2686" y="1372318"/>
            <a:ext cx="10346623" cy="53491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— used for implementing computer vision and deep learning models.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OpenCV — used for image handling, preprocessing, and visualization of detection results.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Model: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YOLOv8 (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Ultralytics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— used for real-time license plate detection with high accuracy.</a:t>
            </a:r>
          </a:p>
          <a:p>
            <a:pPr marL="0" indent="0">
              <a:buNone/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backend framework used by YOLOv8 for model training and inference.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(Text Recognition):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EasyOCR — used to extract alphanumeric text from detected license plates.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Strong GPU for faster training, inference and for capturing real-time video feed at the college gate.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Environment: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 — used for coding and debugging.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DB74D9-0141-89C7-755A-CC0D78177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6759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146F-D889-0BD8-8104-616153836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5784" y="210614"/>
            <a:ext cx="13363565" cy="1259305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IN REAL-TIME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E1337-5DAB-AB3A-38D1-AF661EB0A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1412" y="1835685"/>
            <a:ext cx="9869171" cy="4520665"/>
          </a:xfrm>
        </p:spPr>
        <p:txBody>
          <a:bodyPr>
            <a:normAutofit/>
          </a:bodyPr>
          <a:lstStyle/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detecting plates in low light or rainy conditions.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Motion blur in high-speed footage.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cars with no number plates yet.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Non-standard plate formats and fonts(Illegal).</a:t>
            </a:r>
          </a:p>
          <a:p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OCR errors due to font variations. 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memory limitations during training.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232EF-97FC-28BF-539C-C6D1DE6B3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6266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33823-9FCF-F31A-FBF0-988475B83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36525"/>
            <a:ext cx="11353800" cy="175084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 AND EXPANSION POSSIBILITES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D1AD6F-37A5-ED21-2C10-07277C4DE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11</a:t>
            </a:fld>
            <a:endParaRPr lang="en-IN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39A2A0A-B089-3699-E77F-FEBCB254102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65339" y="1942094"/>
            <a:ext cx="9461321" cy="21200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college database (student/staff vehicles).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gate opening for authorized vehicles.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 system for unknown vehicles.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Integrating with toll plazas and parking automation.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719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FF70-514C-691D-8225-AD41BB6D8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11" y="-465221"/>
            <a:ext cx="11121189" cy="2155909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87E616-ED5A-DA85-A008-92889CA2C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405" y="1259304"/>
            <a:ext cx="11121189" cy="4917659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Automatic License Plate Recognition System successfully identifies vehicle license plates in real time using deep learning and image processing.</a:t>
            </a: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demonstrates high accuracy in plate detection and character recognition across varying conditions.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Applications: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 monitoring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 and surveillance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 &amp; toll automation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Law enforcement and vehicle tracking</a:t>
            </a:r>
          </a:p>
          <a:p>
            <a:pPr>
              <a:lnSpc>
                <a:spcPct val="150000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ALPR offers a scalable and cost-effective solution for intelligent transportation systems.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C766D0-59ED-4F3F-2691-A4ABCE9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8188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C6F46-F8EA-0F81-E45A-6B17465A7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7819"/>
            <a:ext cx="10515600" cy="1395663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6C5E7-83AB-52F7-2D5C-FF86B07C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716" y="1230855"/>
            <a:ext cx="11081084" cy="43962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800" b="1" spc="-91" dirty="0">
              <a:solidFill>
                <a:srgbClr val="000000"/>
              </a:solidFill>
              <a:latin typeface="Times New Roman" panose="02020603050405020304" pitchFamily="18" charset="0"/>
              <a:ea typeface="Times New Roman Bold"/>
              <a:cs typeface="Times New Roman" panose="02020603050405020304" pitchFamily="18" charset="0"/>
              <a:sym typeface="Times New Roman Bold"/>
            </a:endParaRPr>
          </a:p>
          <a:p>
            <a:pPr marL="0" indent="0">
              <a:buNone/>
            </a:pPr>
            <a:endParaRPr lang="en-US" sz="1200" b="1" spc="-91" dirty="0">
              <a:solidFill>
                <a:srgbClr val="000000"/>
              </a:solidFill>
              <a:latin typeface="Times New Roman" panose="02020603050405020304" pitchFamily="18" charset="0"/>
              <a:ea typeface="Times New Roman Bold"/>
              <a:cs typeface="Times New Roman" panose="02020603050405020304" pitchFamily="18" charset="0"/>
              <a:sym typeface="Times New Roman Bold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34649-8643-729B-8C4C-521A08CE9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C92681-5E05-4BC6-8FED-AA8D56459978}" type="slidenum">
              <a:rPr lang="en-IN" smtClean="0"/>
              <a:t>13</a:t>
            </a:fld>
            <a:endParaRPr lang="en-IN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93A3C92-3210-E4FE-DF9A-B6ED336A7861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816714" y="2188086"/>
            <a:ext cx="10558571" cy="22640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[1] Automatic Number Plate Recognition: A Detailed Survey of Relevant Algorithms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https://pmc.ncbi.nlm.nih.gov/articles/PMC8123416/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PubMed Central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[2] An End‑to‑End Automated License Plate Recognition System Using YOLO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https://www.mdpi.com/1424-8220/22/23/9477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MDPI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[3] Automatic Number Plate Recognition System (ANPR):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Survey — available PDF: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https://research.ijcaonline.org/volume69/number9/pxc3887665.pdf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603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1008</Words>
  <Application>Microsoft Office PowerPoint</Application>
  <PresentationFormat>Widescreen</PresentationFormat>
  <Paragraphs>122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Wingdings</vt:lpstr>
      <vt:lpstr>Office Theme</vt:lpstr>
      <vt:lpstr>PowerPoint Presentation</vt:lpstr>
      <vt:lpstr>INDEX</vt:lpstr>
      <vt:lpstr>INTRODUCTION</vt:lpstr>
      <vt:lpstr>LITERATURE AND RESEARCH </vt:lpstr>
      <vt:lpstr>PROBLEM STATEMENT</vt:lpstr>
      <vt:lpstr>SOLUTION</vt:lpstr>
      <vt:lpstr>OUTPUT</vt:lpstr>
      <vt:lpstr>MODEL PERFORMACE</vt:lpstr>
      <vt:lpstr>TECHNOLOGY STACK</vt:lpstr>
      <vt:lpstr>CHALLENGES IN REAL-TIME</vt:lpstr>
      <vt:lpstr>FUTURE SCOPE AND EXPANSION POSSIBILITES</vt:lpstr>
      <vt:lpstr>CONCLUSION</vt:lpstr>
      <vt:lpstr>REFERENCES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Sukhman Saini</dc:creator>
  <cp:lastModifiedBy>Aryan Swami</cp:lastModifiedBy>
  <cp:revision>8</cp:revision>
  <dcterms:created xsi:type="dcterms:W3CDTF">2025-02-27T07:18:25Z</dcterms:created>
  <dcterms:modified xsi:type="dcterms:W3CDTF">2026-04-08T17:19:16Z</dcterms:modified>
</cp:coreProperties>
</file>