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75" r:id="rId3"/>
    <p:sldId id="276" r:id="rId4"/>
    <p:sldId id="273" r:id="rId5"/>
    <p:sldId id="277" r:id="rId6"/>
    <p:sldId id="279" r:id="rId7"/>
    <p:sldId id="261" r:id="rId8"/>
    <p:sldId id="274" r:id="rId9"/>
    <p:sldId id="263" r:id="rId10"/>
    <p:sldId id="281" r:id="rId11"/>
    <p:sldId id="280" r:id="rId12"/>
    <p:sldId id="268" r:id="rId13"/>
    <p:sldId id="266"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9F92A-0F96-4052-94B9-10B1F95437C0}" v="83" dt="2026-04-08T17:06:42.8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5706" autoAdjust="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yan Swami" userId="b86c3cc467f28ed2" providerId="LiveId" clId="{A996AF73-A129-446D-BD1B-9AF4FF8D5333}"/>
    <pc:docChg chg="undo redo custSel addSld delSld modSld sldOrd">
      <pc:chgData name="Aryan Swami" userId="b86c3cc467f28ed2" providerId="LiveId" clId="{A996AF73-A129-446D-BD1B-9AF4FF8D5333}" dt="2026-04-08T17:19:15.231" v="696" actId="1076"/>
      <pc:docMkLst>
        <pc:docMk/>
      </pc:docMkLst>
      <pc:sldChg chg="modSp mod">
        <pc:chgData name="Aryan Swami" userId="b86c3cc467f28ed2" providerId="LiveId" clId="{A996AF73-A129-446D-BD1B-9AF4FF8D5333}" dt="2026-04-08T17:09:09.517" v="681" actId="20577"/>
        <pc:sldMkLst>
          <pc:docMk/>
          <pc:sldMk cId="2226578215" sldId="257"/>
        </pc:sldMkLst>
        <pc:spChg chg="mod">
          <ac:chgData name="Aryan Swami" userId="b86c3cc467f28ed2" providerId="LiveId" clId="{A996AF73-A129-446D-BD1B-9AF4FF8D5333}" dt="2026-04-08T17:09:09.517" v="681" actId="20577"/>
          <ac:spMkLst>
            <pc:docMk/>
            <pc:sldMk cId="2226578215" sldId="257"/>
            <ac:spMk id="3" creationId="{4588BEAD-3D76-E026-C1D3-3840E2D820FB}"/>
          </ac:spMkLst>
        </pc:spChg>
      </pc:sldChg>
      <pc:sldChg chg="modSp mod">
        <pc:chgData name="Aryan Swami" userId="b86c3cc467f28ed2" providerId="LiveId" clId="{A996AF73-A129-446D-BD1B-9AF4FF8D5333}" dt="2026-04-08T16:53:58.095" v="465" actId="20577"/>
        <pc:sldMkLst>
          <pc:docMk/>
          <pc:sldMk cId="4281101854" sldId="258"/>
        </pc:sldMkLst>
        <pc:spChg chg="mod">
          <ac:chgData name="Aryan Swami" userId="b86c3cc467f28ed2" providerId="LiveId" clId="{A996AF73-A129-446D-BD1B-9AF4FF8D5333}" dt="2026-04-08T16:53:58.095" v="465" actId="20577"/>
          <ac:spMkLst>
            <pc:docMk/>
            <pc:sldMk cId="4281101854" sldId="258"/>
            <ac:spMk id="3" creationId="{4FC34A6D-0317-4CCF-71E8-B1586F2F0317}"/>
          </ac:spMkLst>
        </pc:spChg>
      </pc:sldChg>
      <pc:sldChg chg="addSp delSp modSp mod">
        <pc:chgData name="Aryan Swami" userId="b86c3cc467f28ed2" providerId="LiveId" clId="{A996AF73-A129-446D-BD1B-9AF4FF8D5333}" dt="2026-04-08T17:04:54.114" v="537" actId="255"/>
        <pc:sldMkLst>
          <pc:docMk/>
          <pc:sldMk cId="1553662846" sldId="259"/>
        </pc:sldMkLst>
        <pc:spChg chg="mod">
          <ac:chgData name="Aryan Swami" userId="b86c3cc467f28ed2" providerId="LiveId" clId="{A996AF73-A129-446D-BD1B-9AF4FF8D5333}" dt="2026-04-08T16:54:22.387" v="467" actId="1076"/>
          <ac:spMkLst>
            <pc:docMk/>
            <pc:sldMk cId="1553662846" sldId="259"/>
            <ac:spMk id="2" creationId="{BA4147B6-8BE9-62D6-AD0B-C636D315D0A8}"/>
          </ac:spMkLst>
        </pc:spChg>
        <pc:spChg chg="add del mod">
          <ac:chgData name="Aryan Swami" userId="b86c3cc467f28ed2" providerId="LiveId" clId="{A996AF73-A129-446D-BD1B-9AF4FF8D5333}" dt="2026-04-08T17:04:54.114" v="537" actId="255"/>
          <ac:spMkLst>
            <pc:docMk/>
            <pc:sldMk cId="1553662846" sldId="259"/>
            <ac:spMk id="3" creationId="{57CE637C-32B1-035B-02C5-F84F80A6E763}"/>
          </ac:spMkLst>
        </pc:spChg>
        <pc:spChg chg="add del">
          <ac:chgData name="Aryan Swami" userId="b86c3cc467f28ed2" providerId="LiveId" clId="{A996AF73-A129-446D-BD1B-9AF4FF8D5333}" dt="2026-04-08T17:02:39.423" v="522" actId="21"/>
          <ac:spMkLst>
            <pc:docMk/>
            <pc:sldMk cId="1553662846" sldId="259"/>
            <ac:spMk id="4" creationId="{5E5505FD-165B-D5F3-3A3D-908B7D97CECF}"/>
          </ac:spMkLst>
        </pc:spChg>
        <pc:spChg chg="add mod">
          <ac:chgData name="Aryan Swami" userId="b86c3cc467f28ed2" providerId="LiveId" clId="{A996AF73-A129-446D-BD1B-9AF4FF8D5333}" dt="2026-04-08T17:02:37.330" v="521" actId="21"/>
          <ac:spMkLst>
            <pc:docMk/>
            <pc:sldMk cId="1553662846" sldId="259"/>
            <ac:spMk id="5" creationId="{C2842D57-3913-BB32-96CD-77DA68118CC9}"/>
          </ac:spMkLst>
        </pc:spChg>
        <pc:picChg chg="del">
          <ac:chgData name="Aryan Swami" userId="b86c3cc467f28ed2" providerId="LiveId" clId="{A996AF73-A129-446D-BD1B-9AF4FF8D5333}" dt="2026-04-08T17:01:04.224" v="517" actId="478"/>
          <ac:picMkLst>
            <pc:docMk/>
            <pc:sldMk cId="1553662846" sldId="259"/>
            <ac:picMk id="12" creationId="{1FE993C0-283B-C980-D360-5824BD9E2D77}"/>
          </ac:picMkLst>
        </pc:picChg>
      </pc:sldChg>
      <pc:sldChg chg="modSp mod">
        <pc:chgData name="Aryan Swami" userId="b86c3cc467f28ed2" providerId="LiveId" clId="{A996AF73-A129-446D-BD1B-9AF4FF8D5333}" dt="2026-04-08T17:05:57.716" v="543" actId="1076"/>
        <pc:sldMkLst>
          <pc:docMk/>
          <pc:sldMk cId="881853512" sldId="260"/>
        </pc:sldMkLst>
        <pc:spChg chg="mod">
          <ac:chgData name="Aryan Swami" userId="b86c3cc467f28ed2" providerId="LiveId" clId="{A996AF73-A129-446D-BD1B-9AF4FF8D5333}" dt="2026-04-08T17:05:57.716" v="543" actId="1076"/>
          <ac:spMkLst>
            <pc:docMk/>
            <pc:sldMk cId="881853512" sldId="260"/>
            <ac:spMk id="3" creationId="{987F2132-C9FF-7E6C-1F2C-0BB4729D9AF4}"/>
          </ac:spMkLst>
        </pc:spChg>
      </pc:sldChg>
      <pc:sldChg chg="addSp delSp modSp mod">
        <pc:chgData name="Aryan Swami" userId="b86c3cc467f28ed2" providerId="LiveId" clId="{A996AF73-A129-446D-BD1B-9AF4FF8D5333}" dt="2026-04-08T16:53:13.536" v="428" actId="1076"/>
        <pc:sldMkLst>
          <pc:docMk/>
          <pc:sldMk cId="3339192054" sldId="261"/>
        </pc:sldMkLst>
        <pc:spChg chg="mod">
          <ac:chgData name="Aryan Swami" userId="b86c3cc467f28ed2" providerId="LiveId" clId="{A996AF73-A129-446D-BD1B-9AF4FF8D5333}" dt="2026-04-08T16:03:26.784" v="17" actId="20577"/>
          <ac:spMkLst>
            <pc:docMk/>
            <pc:sldMk cId="3339192054" sldId="261"/>
            <ac:spMk id="2" creationId="{831A6FE1-A5C0-FFBA-0220-9DF1865D631C}"/>
          </ac:spMkLst>
        </pc:spChg>
        <pc:spChg chg="mod">
          <ac:chgData name="Aryan Swami" userId="b86c3cc467f28ed2" providerId="LiveId" clId="{A996AF73-A129-446D-BD1B-9AF4FF8D5333}" dt="2026-04-08T16:49:42.302" v="423" actId="2711"/>
          <ac:spMkLst>
            <pc:docMk/>
            <pc:sldMk cId="3339192054" sldId="261"/>
            <ac:spMk id="3" creationId="{8875A188-2852-FE4B-ACB3-F80D6C1EE8A3}"/>
          </ac:spMkLst>
        </pc:spChg>
        <pc:picChg chg="del mod">
          <ac:chgData name="Aryan Swami" userId="b86c3cc467f28ed2" providerId="LiveId" clId="{A996AF73-A129-446D-BD1B-9AF4FF8D5333}" dt="2026-04-08T16:53:04.574" v="425" actId="478"/>
          <ac:picMkLst>
            <pc:docMk/>
            <pc:sldMk cId="3339192054" sldId="261"/>
            <ac:picMk id="5" creationId="{F0619428-18B2-57B2-EF48-80810D1C7FA5}"/>
          </ac:picMkLst>
        </pc:picChg>
        <pc:picChg chg="add mod">
          <ac:chgData name="Aryan Swami" userId="b86c3cc467f28ed2" providerId="LiveId" clId="{A996AF73-A129-446D-BD1B-9AF4FF8D5333}" dt="2026-04-08T16:53:13.536" v="428" actId="1076"/>
          <ac:picMkLst>
            <pc:docMk/>
            <pc:sldMk cId="3339192054" sldId="261"/>
            <ac:picMk id="6" creationId="{FAB7BC84-91AF-0EAB-7B2A-F1D09A83A77A}"/>
          </ac:picMkLst>
        </pc:picChg>
      </pc:sldChg>
      <pc:sldChg chg="modSp del mod">
        <pc:chgData name="Aryan Swami" userId="b86c3cc467f28ed2" providerId="LiveId" clId="{A996AF73-A129-446D-BD1B-9AF4FF8D5333}" dt="2026-04-08T16:20:29.828" v="179" actId="47"/>
        <pc:sldMkLst>
          <pc:docMk/>
          <pc:sldMk cId="1002492832" sldId="262"/>
        </pc:sldMkLst>
        <pc:spChg chg="mod">
          <ac:chgData name="Aryan Swami" userId="b86c3cc467f28ed2" providerId="LiveId" clId="{A996AF73-A129-446D-BD1B-9AF4FF8D5333}" dt="2026-04-08T16:03:20.759" v="8" actId="20577"/>
          <ac:spMkLst>
            <pc:docMk/>
            <pc:sldMk cId="1002492832" sldId="262"/>
            <ac:spMk id="2" creationId="{723E9CEE-12B7-51E5-218E-8E59B93652F7}"/>
          </ac:spMkLst>
        </pc:spChg>
      </pc:sldChg>
      <pc:sldChg chg="modSp mod">
        <pc:chgData name="Aryan Swami" userId="b86c3cc467f28ed2" providerId="LiveId" clId="{A996AF73-A129-446D-BD1B-9AF4FF8D5333}" dt="2026-04-08T16:55:30.706" v="490" actId="1076"/>
        <pc:sldMkLst>
          <pc:docMk/>
          <pc:sldMk cId="536759361" sldId="263"/>
        </pc:sldMkLst>
        <pc:spChg chg="mod">
          <ac:chgData name="Aryan Swami" userId="b86c3cc467f28ed2" providerId="LiveId" clId="{A996AF73-A129-446D-BD1B-9AF4FF8D5333}" dt="2026-04-08T16:55:30.706" v="490" actId="1076"/>
          <ac:spMkLst>
            <pc:docMk/>
            <pc:sldMk cId="536759361" sldId="263"/>
            <ac:spMk id="2" creationId="{E4429C20-DDCC-2885-DD7F-E2E16729AA7E}"/>
          </ac:spMkLst>
        </pc:spChg>
        <pc:spChg chg="mod">
          <ac:chgData name="Aryan Swami" userId="b86c3cc467f28ed2" providerId="LiveId" clId="{A996AF73-A129-446D-BD1B-9AF4FF8D5333}" dt="2026-04-08T16:55:21.459" v="488" actId="1076"/>
          <ac:spMkLst>
            <pc:docMk/>
            <pc:sldMk cId="536759361" sldId="263"/>
            <ac:spMk id="4" creationId="{3C8B7DD7-B02C-315D-6611-EE88E1C5F7C5}"/>
          </ac:spMkLst>
        </pc:spChg>
      </pc:sldChg>
      <pc:sldChg chg="modSp mod">
        <pc:chgData name="Aryan Swami" userId="b86c3cc467f28ed2" providerId="LiveId" clId="{A996AF73-A129-446D-BD1B-9AF4FF8D5333}" dt="2026-04-08T17:07:17.349" v="559" actId="120"/>
        <pc:sldMkLst>
          <pc:docMk/>
          <pc:sldMk cId="3318188703" sldId="266"/>
        </pc:sldMkLst>
        <pc:spChg chg="mod">
          <ac:chgData name="Aryan Swami" userId="b86c3cc467f28ed2" providerId="LiveId" clId="{A996AF73-A129-446D-BD1B-9AF4FF8D5333}" dt="2026-04-08T17:07:17.349" v="559" actId="120"/>
          <ac:spMkLst>
            <pc:docMk/>
            <pc:sldMk cId="3318188703" sldId="266"/>
            <ac:spMk id="2" creationId="{7349FF70-514C-691D-8225-AD41BB6D8450}"/>
          </ac:spMkLst>
        </pc:spChg>
        <pc:spChg chg="mod">
          <ac:chgData name="Aryan Swami" userId="b86c3cc467f28ed2" providerId="LiveId" clId="{A996AF73-A129-446D-BD1B-9AF4FF8D5333}" dt="2026-04-08T17:05:27.976" v="542" actId="1076"/>
          <ac:spMkLst>
            <pc:docMk/>
            <pc:sldMk cId="3318188703" sldId="266"/>
            <ac:spMk id="3" creationId="{A487E616-ED5A-DA85-A008-92889CA2CBEC}"/>
          </ac:spMkLst>
        </pc:spChg>
      </pc:sldChg>
      <pc:sldChg chg="modSp mod">
        <pc:chgData name="Aryan Swami" userId="b86c3cc467f28ed2" providerId="LiveId" clId="{A996AF73-A129-446D-BD1B-9AF4FF8D5333}" dt="2026-04-08T17:07:22.098" v="560" actId="122"/>
        <pc:sldMkLst>
          <pc:docMk/>
          <pc:sldMk cId="3916603957" sldId="267"/>
        </pc:sldMkLst>
        <pc:spChg chg="mod">
          <ac:chgData name="Aryan Swami" userId="b86c3cc467f28ed2" providerId="LiveId" clId="{A996AF73-A129-446D-BD1B-9AF4FF8D5333}" dt="2026-04-08T17:07:22.098" v="560" actId="122"/>
          <ac:spMkLst>
            <pc:docMk/>
            <pc:sldMk cId="3916603957" sldId="267"/>
            <ac:spMk id="2" creationId="{A42C6F46-F8EA-0F81-E45A-6B17465A770B}"/>
          </ac:spMkLst>
        </pc:spChg>
        <pc:spChg chg="mod">
          <ac:chgData name="Aryan Swami" userId="b86c3cc467f28ed2" providerId="LiveId" clId="{A996AF73-A129-446D-BD1B-9AF4FF8D5333}" dt="2026-04-08T17:06:42.845" v="547" actId="1076"/>
          <ac:spMkLst>
            <pc:docMk/>
            <pc:sldMk cId="3916603957" sldId="267"/>
            <ac:spMk id="7" creationId="{E93A3C92-3210-E4FE-DF9A-B6ED336A7861}"/>
          </ac:spMkLst>
        </pc:spChg>
      </pc:sldChg>
      <pc:sldChg chg="addSp delSp modSp mod">
        <pc:chgData name="Aryan Swami" userId="b86c3cc467f28ed2" providerId="LiveId" clId="{A996AF73-A129-446D-BD1B-9AF4FF8D5333}" dt="2026-04-08T16:58:04.940" v="509" actId="1076"/>
        <pc:sldMkLst>
          <pc:docMk/>
          <pc:sldMk cId="1076266199" sldId="268"/>
        </pc:sldMkLst>
        <pc:spChg chg="mod">
          <ac:chgData name="Aryan Swami" userId="b86c3cc467f28ed2" providerId="LiveId" clId="{A996AF73-A129-446D-BD1B-9AF4FF8D5333}" dt="2026-04-08T16:57:27.234" v="500" actId="1076"/>
          <ac:spMkLst>
            <pc:docMk/>
            <pc:sldMk cId="1076266199" sldId="268"/>
            <ac:spMk id="2" creationId="{077A146F-D889-0BD8-8104-6161538368F6}"/>
          </ac:spMkLst>
        </pc:spChg>
        <pc:spChg chg="mod">
          <ac:chgData name="Aryan Swami" userId="b86c3cc467f28ed2" providerId="LiveId" clId="{A996AF73-A129-446D-BD1B-9AF4FF8D5333}" dt="2026-04-08T16:58:04.940" v="509" actId="1076"/>
          <ac:spMkLst>
            <pc:docMk/>
            <pc:sldMk cId="1076266199" sldId="268"/>
            <ac:spMk id="3" creationId="{F0AE1337-5DAB-AB3A-38D1-AF661EB0AB6F}"/>
          </ac:spMkLst>
        </pc:spChg>
        <pc:spChg chg="add">
          <ac:chgData name="Aryan Swami" userId="b86c3cc467f28ed2" providerId="LiveId" clId="{A996AF73-A129-446D-BD1B-9AF4FF8D5333}" dt="2026-04-08T16:28:09.849" v="217"/>
          <ac:spMkLst>
            <pc:docMk/>
            <pc:sldMk cId="1076266199" sldId="268"/>
            <ac:spMk id="5" creationId="{E35B54F6-8349-6439-28D7-36E92EBDEA99}"/>
          </ac:spMkLst>
        </pc:spChg>
        <pc:spChg chg="add">
          <ac:chgData name="Aryan Swami" userId="b86c3cc467f28ed2" providerId="LiveId" clId="{A996AF73-A129-446D-BD1B-9AF4FF8D5333}" dt="2026-04-08T16:28:17.677" v="218"/>
          <ac:spMkLst>
            <pc:docMk/>
            <pc:sldMk cId="1076266199" sldId="268"/>
            <ac:spMk id="6" creationId="{816748B6-513F-8882-00E2-87E7607873D2}"/>
          </ac:spMkLst>
        </pc:spChg>
        <pc:picChg chg="del mod">
          <ac:chgData name="Aryan Swami" userId="b86c3cc467f28ed2" providerId="LiveId" clId="{A996AF73-A129-446D-BD1B-9AF4FF8D5333}" dt="2026-04-08T16:57:03.130" v="496" actId="478"/>
          <ac:picMkLst>
            <pc:docMk/>
            <pc:sldMk cId="1076266199" sldId="268"/>
            <ac:picMk id="3075" creationId="{71999CC2-0CEC-43F7-B2DC-21A4F2DD6955}"/>
          </ac:picMkLst>
        </pc:picChg>
      </pc:sldChg>
      <pc:sldChg chg="addSp delSp modSp mod">
        <pc:chgData name="Aryan Swami" userId="b86c3cc467f28ed2" providerId="LiveId" clId="{A996AF73-A129-446D-BD1B-9AF4FF8D5333}" dt="2026-04-08T16:56:56.724" v="495" actId="1076"/>
        <pc:sldMkLst>
          <pc:docMk/>
          <pc:sldMk cId="114671976" sldId="270"/>
        </pc:sldMkLst>
        <pc:spChg chg="mod">
          <ac:chgData name="Aryan Swami" userId="b86c3cc467f28ed2" providerId="LiveId" clId="{A996AF73-A129-446D-BD1B-9AF4FF8D5333}" dt="2026-04-08T16:56:56.724" v="495" actId="1076"/>
          <ac:spMkLst>
            <pc:docMk/>
            <pc:sldMk cId="114671976" sldId="270"/>
            <ac:spMk id="2" creationId="{48E33823-9FCF-F31A-FBF0-988475B83F73}"/>
          </ac:spMkLst>
        </pc:spChg>
        <pc:spChg chg="add">
          <ac:chgData name="Aryan Swami" userId="b86c3cc467f28ed2" providerId="LiveId" clId="{A996AF73-A129-446D-BD1B-9AF4FF8D5333}" dt="2026-04-08T16:24:37.759" v="185"/>
          <ac:spMkLst>
            <pc:docMk/>
            <pc:sldMk cId="114671976" sldId="270"/>
            <ac:spMk id="3" creationId="{F89877CA-B9F0-4C7E-1FBC-E53A54D9561F}"/>
          </ac:spMkLst>
        </pc:spChg>
        <pc:spChg chg="add">
          <ac:chgData name="Aryan Swami" userId="b86c3cc467f28ed2" providerId="LiveId" clId="{A996AF73-A129-446D-BD1B-9AF4FF8D5333}" dt="2026-04-08T16:24:55.948" v="188"/>
          <ac:spMkLst>
            <pc:docMk/>
            <pc:sldMk cId="114671976" sldId="270"/>
            <ac:spMk id="5" creationId="{D5EE5607-1CF0-9718-A268-41968826A3F5}"/>
          </ac:spMkLst>
        </pc:spChg>
        <pc:spChg chg="mod">
          <ac:chgData name="Aryan Swami" userId="b86c3cc467f28ed2" providerId="LiveId" clId="{A996AF73-A129-446D-BD1B-9AF4FF8D5333}" dt="2026-04-08T16:56:51.819" v="494" actId="1076"/>
          <ac:spMkLst>
            <pc:docMk/>
            <pc:sldMk cId="114671976" sldId="270"/>
            <ac:spMk id="6" creationId="{539A2A0A-B089-3699-E77F-FEBCB2541029}"/>
          </ac:spMkLst>
        </pc:spChg>
        <pc:spChg chg="add">
          <ac:chgData name="Aryan Swami" userId="b86c3cc467f28ed2" providerId="LiveId" clId="{A996AF73-A129-446D-BD1B-9AF4FF8D5333}" dt="2026-04-08T16:25:08.812" v="193"/>
          <ac:spMkLst>
            <pc:docMk/>
            <pc:sldMk cId="114671976" sldId="270"/>
            <ac:spMk id="7" creationId="{FBF8CD44-7F79-66C9-0369-2E7E1E44A73A}"/>
          </ac:spMkLst>
        </pc:spChg>
        <pc:picChg chg="del">
          <ac:chgData name="Aryan Swami" userId="b86c3cc467f28ed2" providerId="LiveId" clId="{A996AF73-A129-446D-BD1B-9AF4FF8D5333}" dt="2026-04-08T16:56:36.057" v="491" actId="478"/>
          <ac:picMkLst>
            <pc:docMk/>
            <pc:sldMk cId="114671976" sldId="270"/>
            <ac:picMk id="5124" creationId="{E01B78AE-6BE8-2D73-6986-CC40488C297B}"/>
          </ac:picMkLst>
        </pc:picChg>
      </pc:sldChg>
      <pc:sldChg chg="addSp delSp modSp mod">
        <pc:chgData name="Aryan Swami" userId="b86c3cc467f28ed2" providerId="LiveId" clId="{A996AF73-A129-446D-BD1B-9AF4FF8D5333}" dt="2026-04-08T17:19:15.231" v="696" actId="1076"/>
        <pc:sldMkLst>
          <pc:docMk/>
          <pc:sldMk cId="3864434690" sldId="271"/>
        </pc:sldMkLst>
        <pc:spChg chg="mod">
          <ac:chgData name="Aryan Swami" userId="b86c3cc467f28ed2" providerId="LiveId" clId="{A996AF73-A129-446D-BD1B-9AF4FF8D5333}" dt="2026-04-08T17:15:39.870" v="684" actId="1076"/>
          <ac:spMkLst>
            <pc:docMk/>
            <pc:sldMk cId="3864434690" sldId="271"/>
            <ac:spMk id="2" creationId="{E83A98C8-530F-C870-FA69-14C14B8DAD8D}"/>
          </ac:spMkLst>
        </pc:spChg>
        <pc:spChg chg="mod">
          <ac:chgData name="Aryan Swami" userId="b86c3cc467f28ed2" providerId="LiveId" clId="{A996AF73-A129-446D-BD1B-9AF4FF8D5333}" dt="2026-04-08T17:05:08.133" v="538" actId="20577"/>
          <ac:spMkLst>
            <pc:docMk/>
            <pc:sldMk cId="3864434690" sldId="271"/>
            <ac:spMk id="3" creationId="{18D8C821-EC45-FD40-DAC9-E31BE3E501C4}"/>
          </ac:spMkLst>
        </pc:spChg>
        <pc:picChg chg="del">
          <ac:chgData name="Aryan Swami" userId="b86c3cc467f28ed2" providerId="LiveId" clId="{A996AF73-A129-446D-BD1B-9AF4FF8D5333}" dt="2026-04-08T17:15:28.358" v="682" actId="478"/>
          <ac:picMkLst>
            <pc:docMk/>
            <pc:sldMk cId="3864434690" sldId="271"/>
            <ac:picMk id="6" creationId="{239207C1-E349-DDA0-A7E4-E0C479B52775}"/>
          </ac:picMkLst>
        </pc:picChg>
        <pc:picChg chg="add mod">
          <ac:chgData name="Aryan Swami" userId="b86c3cc467f28ed2" providerId="LiveId" clId="{A996AF73-A129-446D-BD1B-9AF4FF8D5333}" dt="2026-04-08T17:19:15.231" v="696" actId="1076"/>
          <ac:picMkLst>
            <pc:docMk/>
            <pc:sldMk cId="3864434690" sldId="271"/>
            <ac:picMk id="7" creationId="{02FC5918-D592-4D59-E8BA-BE4787140D16}"/>
          </ac:picMkLst>
        </pc:picChg>
        <pc:picChg chg="add mod">
          <ac:chgData name="Aryan Swami" userId="b86c3cc467f28ed2" providerId="LiveId" clId="{A996AF73-A129-446D-BD1B-9AF4FF8D5333}" dt="2026-04-08T17:19:12.976" v="695" actId="1076"/>
          <ac:picMkLst>
            <pc:docMk/>
            <pc:sldMk cId="3864434690" sldId="271"/>
            <ac:picMk id="9" creationId="{777A9C3A-1DEC-C4DB-3730-5137FC8F93A1}"/>
          </ac:picMkLst>
        </pc:picChg>
      </pc:sldChg>
      <pc:sldChg chg="addSp delSp modSp new mod ord">
        <pc:chgData name="Aryan Swami" userId="b86c3cc467f28ed2" providerId="LiveId" clId="{A996AF73-A129-446D-BD1B-9AF4FF8D5333}" dt="2026-04-08T16:20:10.403" v="178" actId="1076"/>
        <pc:sldMkLst>
          <pc:docMk/>
          <pc:sldMk cId="1288557611" sldId="272"/>
        </pc:sldMkLst>
        <pc:spChg chg="mod">
          <ac:chgData name="Aryan Swami" userId="b86c3cc467f28ed2" providerId="LiveId" clId="{A996AF73-A129-446D-BD1B-9AF4FF8D5333}" dt="2026-04-08T16:20:10.403" v="178" actId="1076"/>
          <ac:spMkLst>
            <pc:docMk/>
            <pc:sldMk cId="1288557611" sldId="272"/>
            <ac:spMk id="2" creationId="{2894E09A-44BE-803B-1DA3-9D39D8208E25}"/>
          </ac:spMkLst>
        </pc:spChg>
        <pc:spChg chg="del">
          <ac:chgData name="Aryan Swami" userId="b86c3cc467f28ed2" providerId="LiveId" clId="{A996AF73-A129-446D-BD1B-9AF4FF8D5333}" dt="2026-04-08T16:07:37.705" v="28" actId="22"/>
          <ac:spMkLst>
            <pc:docMk/>
            <pc:sldMk cId="1288557611" sldId="272"/>
            <ac:spMk id="3" creationId="{662ACB93-3D91-2551-A33B-0DD7C8971689}"/>
          </ac:spMkLst>
        </pc:spChg>
        <pc:picChg chg="add mod ord modCrop">
          <ac:chgData name="Aryan Swami" userId="b86c3cc467f28ed2" providerId="LiveId" clId="{A996AF73-A129-446D-BD1B-9AF4FF8D5333}" dt="2026-04-08T16:20:06.874" v="177" actId="1076"/>
          <ac:picMkLst>
            <pc:docMk/>
            <pc:sldMk cId="1288557611" sldId="272"/>
            <ac:picMk id="6" creationId="{2FD610C7-4C39-614D-E4E4-940002A19CE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A8B32A-C204-4155-87D1-F780C816471E}" type="datetimeFigureOut">
              <a:rPr lang="en-IN" smtClean="0"/>
              <a:t>22-05-2026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FD3054-30D0-464D-A8E7-0B639282CC1F}" type="slidenum">
              <a:rPr lang="en-IN" smtClean="0"/>
              <a:t>‹#›</a:t>
            </a:fld>
            <a:endParaRPr lang="en-IN"/>
          </a:p>
        </p:txBody>
      </p:sp>
    </p:spTree>
    <p:extLst>
      <p:ext uri="{BB962C8B-B14F-4D97-AF65-F5344CB8AC3E}">
        <p14:creationId xmlns:p14="http://schemas.microsoft.com/office/powerpoint/2010/main" val="563716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88B64-152B-E27E-50DC-5550B643D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B94645-8A7A-8890-BBFF-14A5E3CE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3E5331-D74F-6B72-AFF8-E5712F0B8286}"/>
              </a:ext>
            </a:extLst>
          </p:cNvPr>
          <p:cNvSpPr>
            <a:spLocks noGrp="1"/>
          </p:cNvSpPr>
          <p:nvPr>
            <p:ph type="dt" sz="half" idx="10"/>
          </p:nvPr>
        </p:nvSpPr>
        <p:spPr/>
        <p:txBody>
          <a:bodyPr/>
          <a:lstStyle/>
          <a:p>
            <a:fld id="{9FBA706A-4970-46A9-8230-217D2B167950}" type="datetime1">
              <a:rPr lang="en-IN" smtClean="0"/>
              <a:t>22-05-2026</a:t>
            </a:fld>
            <a:endParaRPr lang="en-IN"/>
          </a:p>
        </p:txBody>
      </p:sp>
      <p:sp>
        <p:nvSpPr>
          <p:cNvPr id="5" name="Footer Placeholder 4">
            <a:extLst>
              <a:ext uri="{FF2B5EF4-FFF2-40B4-BE49-F238E27FC236}">
                <a16:creationId xmlns:a16="http://schemas.microsoft.com/office/drawing/2014/main" id="{254562C5-0561-2D51-F01C-2E7CB31109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71B7F2-F2C8-0DAA-61E2-30EFC109F92F}"/>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3909584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A9D9B-B67F-CF1E-4407-0BF0756C9BD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57CEDD8-792A-4B43-6FA2-635DB28491A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04B17E-421C-3741-3662-E7D611D49048}"/>
              </a:ext>
            </a:extLst>
          </p:cNvPr>
          <p:cNvSpPr>
            <a:spLocks noGrp="1"/>
          </p:cNvSpPr>
          <p:nvPr>
            <p:ph type="dt" sz="half" idx="10"/>
          </p:nvPr>
        </p:nvSpPr>
        <p:spPr/>
        <p:txBody>
          <a:bodyPr/>
          <a:lstStyle/>
          <a:p>
            <a:fld id="{FCF1BDDD-C11B-4760-A959-E38AC8FF4A87}" type="datetime1">
              <a:rPr lang="en-IN" smtClean="0"/>
              <a:t>22-05-2026</a:t>
            </a:fld>
            <a:endParaRPr lang="en-IN"/>
          </a:p>
        </p:txBody>
      </p:sp>
      <p:sp>
        <p:nvSpPr>
          <p:cNvPr id="5" name="Footer Placeholder 4">
            <a:extLst>
              <a:ext uri="{FF2B5EF4-FFF2-40B4-BE49-F238E27FC236}">
                <a16:creationId xmlns:a16="http://schemas.microsoft.com/office/drawing/2014/main" id="{D6FC42FF-D4E4-E42D-9501-45FE0E80EC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35DC72-9395-1C2C-EEBE-62BBA62CBDFA}"/>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2938176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7BDBA-C098-552A-D4E1-151FC663696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F4C0C99-0B6C-6742-F12C-F16959FEFD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0B7BAB-7696-6877-B855-C6216F4FC724}"/>
              </a:ext>
            </a:extLst>
          </p:cNvPr>
          <p:cNvSpPr>
            <a:spLocks noGrp="1"/>
          </p:cNvSpPr>
          <p:nvPr>
            <p:ph type="dt" sz="half" idx="10"/>
          </p:nvPr>
        </p:nvSpPr>
        <p:spPr/>
        <p:txBody>
          <a:bodyPr/>
          <a:lstStyle/>
          <a:p>
            <a:fld id="{7E5B0083-D500-4167-A3CE-3E4E67E11D63}" type="datetime1">
              <a:rPr lang="en-IN" smtClean="0"/>
              <a:t>22-05-2026</a:t>
            </a:fld>
            <a:endParaRPr lang="en-IN"/>
          </a:p>
        </p:txBody>
      </p:sp>
      <p:sp>
        <p:nvSpPr>
          <p:cNvPr id="5" name="Footer Placeholder 4">
            <a:extLst>
              <a:ext uri="{FF2B5EF4-FFF2-40B4-BE49-F238E27FC236}">
                <a16:creationId xmlns:a16="http://schemas.microsoft.com/office/drawing/2014/main" id="{54D35E3C-73CF-803F-A548-D748D8D26A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024927-2B92-E74F-3FAA-9940D33E31C6}"/>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53253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A7F0C-145B-DFF5-45C2-AA30B3CEF5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20A9F91-816C-899A-64F3-76E8A0A8BE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A47FD3B-A8F6-8D2C-9A4C-8299368B0D3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1FDC18-3041-3265-3184-7E531DDBF083}"/>
              </a:ext>
            </a:extLst>
          </p:cNvPr>
          <p:cNvSpPr>
            <a:spLocks noGrp="1"/>
          </p:cNvSpPr>
          <p:nvPr>
            <p:ph type="dt" sz="half" idx="10"/>
          </p:nvPr>
        </p:nvSpPr>
        <p:spPr/>
        <p:txBody>
          <a:bodyPr/>
          <a:lstStyle/>
          <a:p>
            <a:fld id="{1F3ECF11-DD5E-46A5-80E9-D907DFA7689B}" type="datetime1">
              <a:rPr lang="en-IN" smtClean="0"/>
              <a:t>22-05-2026</a:t>
            </a:fld>
            <a:endParaRPr lang="en-IN"/>
          </a:p>
        </p:txBody>
      </p:sp>
      <p:sp>
        <p:nvSpPr>
          <p:cNvPr id="6" name="Footer Placeholder 5">
            <a:extLst>
              <a:ext uri="{FF2B5EF4-FFF2-40B4-BE49-F238E27FC236}">
                <a16:creationId xmlns:a16="http://schemas.microsoft.com/office/drawing/2014/main" id="{AC8C7ED2-2AC7-2F30-957D-F14B7567CF4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1E0893-757F-8171-989F-49BF8F24574F}"/>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2395696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D5DFF-0276-B384-F2F7-E4EDF5F33A1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51DFC45-5310-18B8-020C-F5CAE6C1BE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AE2234-0774-158E-A00F-5B988A9B04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ED729F-BEC9-4B48-5E21-5EBD6012FB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7E0833-6697-5512-7F79-415E19A192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BB75867-7420-6B95-0058-33DE51A81E30}"/>
              </a:ext>
            </a:extLst>
          </p:cNvPr>
          <p:cNvSpPr>
            <a:spLocks noGrp="1"/>
          </p:cNvSpPr>
          <p:nvPr>
            <p:ph type="dt" sz="half" idx="10"/>
          </p:nvPr>
        </p:nvSpPr>
        <p:spPr/>
        <p:txBody>
          <a:bodyPr/>
          <a:lstStyle/>
          <a:p>
            <a:fld id="{7F794336-5512-4C0E-B59E-032A5D3BCCB7}" type="datetime1">
              <a:rPr lang="en-IN" smtClean="0"/>
              <a:t>22-05-2026</a:t>
            </a:fld>
            <a:endParaRPr lang="en-IN"/>
          </a:p>
        </p:txBody>
      </p:sp>
      <p:sp>
        <p:nvSpPr>
          <p:cNvPr id="8" name="Footer Placeholder 7">
            <a:extLst>
              <a:ext uri="{FF2B5EF4-FFF2-40B4-BE49-F238E27FC236}">
                <a16:creationId xmlns:a16="http://schemas.microsoft.com/office/drawing/2014/main" id="{FA326F6D-1372-24DE-155C-AAE2858360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7CF1F3-F58A-5296-8D6A-9CBE133DFC6C}"/>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408443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A3D0-3EA3-7E42-3279-DFF34BBD01C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90AE68B-D99E-5285-0537-A9759752EAD5}"/>
              </a:ext>
            </a:extLst>
          </p:cNvPr>
          <p:cNvSpPr>
            <a:spLocks noGrp="1"/>
          </p:cNvSpPr>
          <p:nvPr>
            <p:ph type="dt" sz="half" idx="10"/>
          </p:nvPr>
        </p:nvSpPr>
        <p:spPr/>
        <p:txBody>
          <a:bodyPr/>
          <a:lstStyle/>
          <a:p>
            <a:fld id="{B17334D2-3977-4B75-B5A2-8BBAE777DFB3}" type="datetime1">
              <a:rPr lang="en-IN" smtClean="0"/>
              <a:t>22-05-2026</a:t>
            </a:fld>
            <a:endParaRPr lang="en-IN"/>
          </a:p>
        </p:txBody>
      </p:sp>
      <p:sp>
        <p:nvSpPr>
          <p:cNvPr id="4" name="Footer Placeholder 3">
            <a:extLst>
              <a:ext uri="{FF2B5EF4-FFF2-40B4-BE49-F238E27FC236}">
                <a16:creationId xmlns:a16="http://schemas.microsoft.com/office/drawing/2014/main" id="{7A57547D-132D-9C67-42B8-6534456364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84934E1-7F78-AABE-FFD0-F82BE14219FE}"/>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41654437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A62A22-F430-EA23-3253-E969A94D8226}"/>
              </a:ext>
            </a:extLst>
          </p:cNvPr>
          <p:cNvSpPr>
            <a:spLocks noGrp="1"/>
          </p:cNvSpPr>
          <p:nvPr>
            <p:ph type="dt" sz="half" idx="10"/>
          </p:nvPr>
        </p:nvSpPr>
        <p:spPr/>
        <p:txBody>
          <a:bodyPr/>
          <a:lstStyle/>
          <a:p>
            <a:fld id="{49003B17-2EB1-409D-961F-20BA31FEE401}" type="datetime1">
              <a:rPr lang="en-IN" smtClean="0"/>
              <a:t>22-05-2026</a:t>
            </a:fld>
            <a:endParaRPr lang="en-IN"/>
          </a:p>
        </p:txBody>
      </p:sp>
      <p:sp>
        <p:nvSpPr>
          <p:cNvPr id="3" name="Footer Placeholder 2">
            <a:extLst>
              <a:ext uri="{FF2B5EF4-FFF2-40B4-BE49-F238E27FC236}">
                <a16:creationId xmlns:a16="http://schemas.microsoft.com/office/drawing/2014/main" id="{C2A05DDE-B867-215C-D738-F31D3464785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99A290-A348-D68F-44FC-ECBF4E9A262F}"/>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5412175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A2E07-C6FE-BBFE-8057-DFF0092DB3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5F38748-5114-0279-9140-3EAF6C84F0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7FAC749-C0EF-CFC5-B6FA-35E80E077C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243EB6-0675-6EAE-8340-09A1265D1FA2}"/>
              </a:ext>
            </a:extLst>
          </p:cNvPr>
          <p:cNvSpPr>
            <a:spLocks noGrp="1"/>
          </p:cNvSpPr>
          <p:nvPr>
            <p:ph type="dt" sz="half" idx="10"/>
          </p:nvPr>
        </p:nvSpPr>
        <p:spPr/>
        <p:txBody>
          <a:bodyPr/>
          <a:lstStyle/>
          <a:p>
            <a:fld id="{2979D2F5-1867-493A-978E-A1A79E8961D0}" type="datetime1">
              <a:rPr lang="en-IN" smtClean="0"/>
              <a:t>22-05-2026</a:t>
            </a:fld>
            <a:endParaRPr lang="en-IN"/>
          </a:p>
        </p:txBody>
      </p:sp>
      <p:sp>
        <p:nvSpPr>
          <p:cNvPr id="6" name="Footer Placeholder 5">
            <a:extLst>
              <a:ext uri="{FF2B5EF4-FFF2-40B4-BE49-F238E27FC236}">
                <a16:creationId xmlns:a16="http://schemas.microsoft.com/office/drawing/2014/main" id="{CEFB66E7-141D-F8FC-DDE3-72995575662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EC56D9B-19B5-A724-D366-193AA23BB3CE}"/>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19025441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161D24-20B9-A3F3-139A-02D7E762A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642332-27C2-C216-011F-5D1FCF43C3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EE2413-2B43-6E70-39F0-858C15662E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ED93C2-8C07-0C76-233A-F002677A2F23}"/>
              </a:ext>
            </a:extLst>
          </p:cNvPr>
          <p:cNvSpPr>
            <a:spLocks noGrp="1"/>
          </p:cNvSpPr>
          <p:nvPr>
            <p:ph type="dt" sz="half" idx="10"/>
          </p:nvPr>
        </p:nvSpPr>
        <p:spPr/>
        <p:txBody>
          <a:bodyPr/>
          <a:lstStyle/>
          <a:p>
            <a:fld id="{C0BF676E-1596-4415-9E2C-BA5F7C360A02}" type="datetime1">
              <a:rPr lang="en-IN" smtClean="0"/>
              <a:t>22-05-2026</a:t>
            </a:fld>
            <a:endParaRPr lang="en-IN"/>
          </a:p>
        </p:txBody>
      </p:sp>
      <p:sp>
        <p:nvSpPr>
          <p:cNvPr id="6" name="Footer Placeholder 5">
            <a:extLst>
              <a:ext uri="{FF2B5EF4-FFF2-40B4-BE49-F238E27FC236}">
                <a16:creationId xmlns:a16="http://schemas.microsoft.com/office/drawing/2014/main" id="{35780EA4-5E0B-4CC4-27D6-9DD2013014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BEAE38-0106-7079-CE03-80E08DD91595}"/>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2278022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72CEC-B2E6-4AF4-BB43-1B54BD5CBF2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65DAEE-227E-0B57-6A1D-FE6EE7F170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598716-2D21-9DE2-17D8-A9BFB36BF98B}"/>
              </a:ext>
            </a:extLst>
          </p:cNvPr>
          <p:cNvSpPr>
            <a:spLocks noGrp="1"/>
          </p:cNvSpPr>
          <p:nvPr>
            <p:ph type="dt" sz="half" idx="10"/>
          </p:nvPr>
        </p:nvSpPr>
        <p:spPr/>
        <p:txBody>
          <a:bodyPr/>
          <a:lstStyle/>
          <a:p>
            <a:fld id="{65D7199A-CA6E-48D6-854C-0B60D52382EE}" type="datetime1">
              <a:rPr lang="en-IN" smtClean="0"/>
              <a:t>22-05-2026</a:t>
            </a:fld>
            <a:endParaRPr lang="en-IN"/>
          </a:p>
        </p:txBody>
      </p:sp>
      <p:sp>
        <p:nvSpPr>
          <p:cNvPr id="5" name="Footer Placeholder 4">
            <a:extLst>
              <a:ext uri="{FF2B5EF4-FFF2-40B4-BE49-F238E27FC236}">
                <a16:creationId xmlns:a16="http://schemas.microsoft.com/office/drawing/2014/main" id="{1F2BD308-E647-FAA6-1FBE-7850457F06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8B26E7-427F-D909-DD5A-6256E0ECEB1A}"/>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35237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50D249B-32C8-398B-F0A4-AD31C7C06B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F4C91C-56AC-64A4-0362-FAF3985705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732BE3-4BAE-A75E-1ADF-F9681A7999C9}"/>
              </a:ext>
            </a:extLst>
          </p:cNvPr>
          <p:cNvSpPr>
            <a:spLocks noGrp="1"/>
          </p:cNvSpPr>
          <p:nvPr>
            <p:ph type="dt" sz="half" idx="10"/>
          </p:nvPr>
        </p:nvSpPr>
        <p:spPr/>
        <p:txBody>
          <a:bodyPr/>
          <a:lstStyle/>
          <a:p>
            <a:fld id="{12CCFBE7-A2D3-4A15-ACB3-BB18784A462E}" type="datetime1">
              <a:rPr lang="en-IN" smtClean="0"/>
              <a:t>22-05-2026</a:t>
            </a:fld>
            <a:endParaRPr lang="en-IN"/>
          </a:p>
        </p:txBody>
      </p:sp>
      <p:sp>
        <p:nvSpPr>
          <p:cNvPr id="5" name="Footer Placeholder 4">
            <a:extLst>
              <a:ext uri="{FF2B5EF4-FFF2-40B4-BE49-F238E27FC236}">
                <a16:creationId xmlns:a16="http://schemas.microsoft.com/office/drawing/2014/main" id="{94286700-32DD-E366-2389-16A81D7A5A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0D56A0-35E3-C512-6BE7-8DCA4FBBC85A}"/>
              </a:ext>
            </a:extLst>
          </p:cNvPr>
          <p:cNvSpPr>
            <a:spLocks noGrp="1"/>
          </p:cNvSpPr>
          <p:nvPr>
            <p:ph type="sldNum" sz="quarter" idx="12"/>
          </p:nvPr>
        </p:nvSpPr>
        <p:spPr/>
        <p:txBody>
          <a:bodyPr/>
          <a:lstStyle/>
          <a:p>
            <a:fld id="{97C92681-5E05-4BC6-8FED-AA8D56459978}" type="slidenum">
              <a:rPr lang="en-IN" smtClean="0"/>
              <a:t>‹#›</a:t>
            </a:fld>
            <a:endParaRPr lang="en-IN"/>
          </a:p>
        </p:txBody>
      </p:sp>
    </p:spTree>
    <p:extLst>
      <p:ext uri="{BB962C8B-B14F-4D97-AF65-F5344CB8AC3E}">
        <p14:creationId xmlns:p14="http://schemas.microsoft.com/office/powerpoint/2010/main" val="114365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47F7E1-74FB-3452-023B-D16C0C9BB0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864A42-3455-06B4-1C74-9A9CE7E3E3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B781FC-080B-8494-F77D-5DE6657E9E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99412F-DCA8-4FF3-96AE-80F8917A34EA}" type="datetime1">
              <a:rPr lang="en-IN" smtClean="0"/>
              <a:t>22-05-2026</a:t>
            </a:fld>
            <a:endParaRPr lang="en-IN"/>
          </a:p>
        </p:txBody>
      </p:sp>
      <p:sp>
        <p:nvSpPr>
          <p:cNvPr id="5" name="Footer Placeholder 4">
            <a:extLst>
              <a:ext uri="{FF2B5EF4-FFF2-40B4-BE49-F238E27FC236}">
                <a16:creationId xmlns:a16="http://schemas.microsoft.com/office/drawing/2014/main" id="{7197636F-AF63-E711-F536-8D6D607300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3B18D32-5378-3E51-AC40-B547EBAC69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92681-5E05-4BC6-8FED-AA8D56459978}" type="slidenum">
              <a:rPr lang="en-IN" smtClean="0"/>
              <a:t>‹#›</a:t>
            </a:fld>
            <a:endParaRPr lang="en-IN"/>
          </a:p>
        </p:txBody>
      </p:sp>
    </p:spTree>
    <p:extLst>
      <p:ext uri="{BB962C8B-B14F-4D97-AF65-F5344CB8AC3E}">
        <p14:creationId xmlns:p14="http://schemas.microsoft.com/office/powerpoint/2010/main" val="31492239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app.roboflow.com/aryans-workspace-inqhr/indian-license-plate-knte7-l6agk/browse?queryText=&amp;pageSize=50&amp;startingIndex=0&amp;browseQuery=tru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arxiv.org/abs/1809.00905" TargetMode="External"/><Relationship Id="rId2" Type="http://schemas.openxmlformats.org/officeDocument/2006/relationships/hyperlink" Target="https://pmc.ncbi.nlm.nih.gov/articles/PMC8123416/" TargetMode="External"/><Relationship Id="rId1" Type="http://schemas.openxmlformats.org/officeDocument/2006/relationships/slideLayout" Target="../slideLayouts/slideLayout2.xml"/><Relationship Id="rId6" Type="http://schemas.openxmlformats.org/officeDocument/2006/relationships/hyperlink" Target="https://arxiv.org/abs/1909.01754" TargetMode="External"/><Relationship Id="rId5" Type="http://schemas.openxmlformats.org/officeDocument/2006/relationships/hyperlink" Target="https://arxiv.org/abs/1802.09567" TargetMode="External"/><Relationship Id="rId4" Type="http://schemas.openxmlformats.org/officeDocument/2006/relationships/hyperlink" Target="https://www.techscience.com/cmc/v71n1/45359/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B94BF0A-9D7F-3CE5-BF74-1C05D0DD4BD9}"/>
              </a:ext>
            </a:extLst>
          </p:cNvPr>
          <p:cNvSpPr txBox="1"/>
          <p:nvPr/>
        </p:nvSpPr>
        <p:spPr>
          <a:xfrm>
            <a:off x="1716441" y="389169"/>
            <a:ext cx="8915400" cy="1015663"/>
          </a:xfrm>
          <a:prstGeom prst="rect">
            <a:avLst/>
          </a:prstGeom>
          <a:noFill/>
        </p:spPr>
        <p:txBody>
          <a:bodyPr wrap="square" rtlCol="0">
            <a:spAutoFit/>
          </a:bodyPr>
          <a:lstStyle/>
          <a:p>
            <a:pPr algn="ctr">
              <a:lnSpc>
                <a:spcPct val="100000"/>
              </a:lnSpc>
              <a:spcBef>
                <a:spcPts val="100"/>
              </a:spcBef>
            </a:pPr>
            <a:r>
              <a:rPr lang="en-US" sz="2000" b="1" spc="-50" dirty="0">
                <a:latin typeface="Georgia" panose="02040502050405020303" pitchFamily="18" charset="0"/>
                <a:cs typeface="Times New Roman"/>
              </a:rPr>
              <a:t>Dr.</a:t>
            </a:r>
            <a:r>
              <a:rPr lang="en-US" sz="2000" b="1" spc="-65" dirty="0">
                <a:latin typeface="Georgia" panose="02040502050405020303" pitchFamily="18" charset="0"/>
                <a:cs typeface="Times New Roman"/>
              </a:rPr>
              <a:t> </a:t>
            </a:r>
            <a:r>
              <a:rPr lang="en-US" sz="2000" b="1" dirty="0">
                <a:latin typeface="Georgia" panose="02040502050405020303" pitchFamily="18" charset="0"/>
                <a:cs typeface="Times New Roman"/>
              </a:rPr>
              <a:t>B.</a:t>
            </a:r>
            <a:r>
              <a:rPr lang="en-US" sz="2000" b="1" spc="-45" dirty="0">
                <a:latin typeface="Georgia" panose="02040502050405020303" pitchFamily="18" charset="0"/>
                <a:cs typeface="Times New Roman"/>
              </a:rPr>
              <a:t> </a:t>
            </a:r>
            <a:r>
              <a:rPr lang="en-US" sz="2000" b="1" spc="-10" dirty="0">
                <a:latin typeface="Georgia" panose="02040502050405020303" pitchFamily="18" charset="0"/>
                <a:cs typeface="Times New Roman"/>
              </a:rPr>
              <a:t>R.</a:t>
            </a:r>
            <a:r>
              <a:rPr lang="en-US" sz="2000" b="1" spc="-140" dirty="0">
                <a:latin typeface="Georgia" panose="02040502050405020303" pitchFamily="18" charset="0"/>
                <a:cs typeface="Times New Roman"/>
              </a:rPr>
              <a:t> </a:t>
            </a:r>
            <a:r>
              <a:rPr lang="en-US" sz="2000" b="1" dirty="0">
                <a:latin typeface="Georgia" panose="02040502050405020303" pitchFamily="18" charset="0"/>
                <a:cs typeface="Times New Roman"/>
              </a:rPr>
              <a:t>Ambedkar</a:t>
            </a:r>
            <a:r>
              <a:rPr lang="en-US" sz="2000" b="1" spc="-95" dirty="0">
                <a:latin typeface="Georgia" panose="02040502050405020303" pitchFamily="18" charset="0"/>
                <a:cs typeface="Times New Roman"/>
              </a:rPr>
              <a:t> </a:t>
            </a:r>
            <a:r>
              <a:rPr lang="en-US" sz="2000" b="1" dirty="0">
                <a:latin typeface="Georgia" panose="02040502050405020303" pitchFamily="18" charset="0"/>
                <a:cs typeface="Times New Roman"/>
              </a:rPr>
              <a:t>National</a:t>
            </a:r>
            <a:r>
              <a:rPr lang="en-US" sz="2000" b="1" spc="-45" dirty="0">
                <a:latin typeface="Georgia" panose="02040502050405020303" pitchFamily="18" charset="0"/>
                <a:cs typeface="Times New Roman"/>
              </a:rPr>
              <a:t> </a:t>
            </a:r>
            <a:r>
              <a:rPr lang="en-US" sz="2000" b="1" dirty="0">
                <a:latin typeface="Georgia" panose="02040502050405020303" pitchFamily="18" charset="0"/>
                <a:cs typeface="Times New Roman"/>
              </a:rPr>
              <a:t>Institute</a:t>
            </a:r>
            <a:r>
              <a:rPr lang="en-US" sz="2000" b="1" spc="-55" dirty="0">
                <a:latin typeface="Georgia" panose="02040502050405020303" pitchFamily="18" charset="0"/>
                <a:cs typeface="Times New Roman"/>
              </a:rPr>
              <a:t> </a:t>
            </a:r>
            <a:r>
              <a:rPr lang="en-US" sz="2000" b="1" dirty="0">
                <a:latin typeface="Georgia" panose="02040502050405020303" pitchFamily="18" charset="0"/>
                <a:cs typeface="Times New Roman"/>
              </a:rPr>
              <a:t>Of</a:t>
            </a:r>
            <a:r>
              <a:rPr lang="en-US" sz="2000" b="1" spc="-95" dirty="0">
                <a:latin typeface="Georgia" panose="02040502050405020303" pitchFamily="18" charset="0"/>
                <a:cs typeface="Times New Roman"/>
              </a:rPr>
              <a:t> </a:t>
            </a:r>
            <a:r>
              <a:rPr lang="en-US" sz="2000" b="1" spc="-30" dirty="0">
                <a:latin typeface="Georgia" panose="02040502050405020303" pitchFamily="18" charset="0"/>
                <a:cs typeface="Times New Roman"/>
              </a:rPr>
              <a:t>Technology,</a:t>
            </a:r>
            <a:r>
              <a:rPr lang="en-US" sz="2000" b="1" spc="-45" dirty="0">
                <a:latin typeface="Georgia" panose="02040502050405020303" pitchFamily="18" charset="0"/>
                <a:cs typeface="Times New Roman"/>
              </a:rPr>
              <a:t> </a:t>
            </a:r>
            <a:r>
              <a:rPr lang="en-US" sz="2000" b="1" spc="-10" dirty="0">
                <a:latin typeface="Georgia" panose="02040502050405020303" pitchFamily="18" charset="0"/>
                <a:cs typeface="Times New Roman"/>
              </a:rPr>
              <a:t>Jalandhar</a:t>
            </a:r>
            <a:endParaRPr lang="en-US" sz="2000" dirty="0">
              <a:latin typeface="Georgia" panose="02040502050405020303" pitchFamily="18" charset="0"/>
              <a:cs typeface="Times New Roman"/>
            </a:endParaRPr>
          </a:p>
          <a:p>
            <a:pPr algn="ctr">
              <a:lnSpc>
                <a:spcPct val="100000"/>
              </a:lnSpc>
              <a:spcBef>
                <a:spcPts val="5"/>
              </a:spcBef>
            </a:pPr>
            <a:r>
              <a:rPr lang="en-US" sz="2000" b="1" dirty="0">
                <a:latin typeface="Georgia" panose="02040502050405020303" pitchFamily="18" charset="0"/>
                <a:cs typeface="Times New Roman"/>
              </a:rPr>
              <a:t>Department</a:t>
            </a:r>
            <a:r>
              <a:rPr lang="en-US" sz="2000" b="1" spc="-60" dirty="0">
                <a:latin typeface="Georgia" panose="02040502050405020303" pitchFamily="18" charset="0"/>
                <a:cs typeface="Times New Roman"/>
              </a:rPr>
              <a:t> </a:t>
            </a:r>
            <a:r>
              <a:rPr lang="en-US" sz="2000" b="1" dirty="0">
                <a:latin typeface="Georgia" panose="02040502050405020303" pitchFamily="18" charset="0"/>
                <a:cs typeface="Times New Roman"/>
              </a:rPr>
              <a:t>of</a:t>
            </a:r>
            <a:r>
              <a:rPr lang="en-US" sz="2000" b="1" spc="-60" dirty="0">
                <a:latin typeface="Georgia" panose="02040502050405020303" pitchFamily="18" charset="0"/>
                <a:cs typeface="Times New Roman"/>
              </a:rPr>
              <a:t> </a:t>
            </a:r>
            <a:r>
              <a:rPr lang="en-US" sz="2000" b="1" dirty="0">
                <a:latin typeface="Georgia" panose="02040502050405020303" pitchFamily="18" charset="0"/>
                <a:cs typeface="Times New Roman"/>
              </a:rPr>
              <a:t>Computer</a:t>
            </a:r>
            <a:r>
              <a:rPr lang="en-US" sz="2000" b="1" spc="-85" dirty="0">
                <a:latin typeface="Georgia" panose="02040502050405020303" pitchFamily="18" charset="0"/>
                <a:cs typeface="Times New Roman"/>
              </a:rPr>
              <a:t> </a:t>
            </a:r>
            <a:r>
              <a:rPr lang="en-US" sz="2000" b="1" dirty="0">
                <a:latin typeface="Georgia" panose="02040502050405020303" pitchFamily="18" charset="0"/>
                <a:cs typeface="Times New Roman"/>
              </a:rPr>
              <a:t>Science</a:t>
            </a:r>
            <a:r>
              <a:rPr lang="en-US" sz="2000" b="1" spc="-80" dirty="0">
                <a:latin typeface="Georgia" panose="02040502050405020303" pitchFamily="18" charset="0"/>
                <a:cs typeface="Times New Roman"/>
              </a:rPr>
              <a:t> </a:t>
            </a:r>
            <a:r>
              <a:rPr lang="en-US" sz="2000" b="1" dirty="0">
                <a:latin typeface="Georgia" panose="02040502050405020303" pitchFamily="18" charset="0"/>
                <a:cs typeface="Times New Roman"/>
              </a:rPr>
              <a:t>and</a:t>
            </a:r>
            <a:r>
              <a:rPr lang="en-US" sz="2000" b="1" spc="-45" dirty="0">
                <a:latin typeface="Georgia" panose="02040502050405020303" pitchFamily="18" charset="0"/>
                <a:cs typeface="Times New Roman"/>
              </a:rPr>
              <a:t> </a:t>
            </a:r>
            <a:r>
              <a:rPr lang="en-US" sz="2000" b="1" spc="-10" dirty="0">
                <a:latin typeface="Georgia" panose="02040502050405020303" pitchFamily="18" charset="0"/>
                <a:cs typeface="Times New Roman"/>
              </a:rPr>
              <a:t>Engineering</a:t>
            </a:r>
            <a:endParaRPr lang="en-US" sz="2000" dirty="0">
              <a:latin typeface="Georgia" panose="02040502050405020303" pitchFamily="18" charset="0"/>
              <a:cs typeface="Times New Roman"/>
            </a:endParaRPr>
          </a:p>
          <a:p>
            <a:endParaRPr lang="en-IN" sz="2000" dirty="0">
              <a:latin typeface="Georgia" panose="02040502050405020303" pitchFamily="18" charset="0"/>
            </a:endParaRPr>
          </a:p>
        </p:txBody>
      </p:sp>
      <p:pic>
        <p:nvPicPr>
          <p:cNvPr id="7" name="object 4">
            <a:extLst>
              <a:ext uri="{FF2B5EF4-FFF2-40B4-BE49-F238E27FC236}">
                <a16:creationId xmlns:a16="http://schemas.microsoft.com/office/drawing/2014/main" id="{5B12F912-EAFE-7958-1689-0D127425DDD8}"/>
              </a:ext>
            </a:extLst>
          </p:cNvPr>
          <p:cNvPicPr/>
          <p:nvPr/>
        </p:nvPicPr>
        <p:blipFill>
          <a:blip r:embed="rId2" cstate="print"/>
          <a:stretch>
            <a:fillRect/>
          </a:stretch>
        </p:blipFill>
        <p:spPr>
          <a:xfrm>
            <a:off x="5477673" y="2730246"/>
            <a:ext cx="1392936" cy="1397508"/>
          </a:xfrm>
          <a:prstGeom prst="rect">
            <a:avLst/>
          </a:prstGeom>
        </p:spPr>
      </p:pic>
      <p:sp>
        <p:nvSpPr>
          <p:cNvPr id="8" name="TextBox 7">
            <a:extLst>
              <a:ext uri="{FF2B5EF4-FFF2-40B4-BE49-F238E27FC236}">
                <a16:creationId xmlns:a16="http://schemas.microsoft.com/office/drawing/2014/main" id="{CE058636-3A7F-2F23-BA30-D2DE2DE8A2F8}"/>
              </a:ext>
            </a:extLst>
          </p:cNvPr>
          <p:cNvSpPr txBox="1"/>
          <p:nvPr/>
        </p:nvSpPr>
        <p:spPr>
          <a:xfrm>
            <a:off x="1946510" y="1513541"/>
            <a:ext cx="8455263" cy="1200329"/>
          </a:xfrm>
          <a:prstGeom prst="rect">
            <a:avLst/>
          </a:prstGeom>
          <a:noFill/>
        </p:spPr>
        <p:txBody>
          <a:bodyPr wrap="square" rtlCol="0">
            <a:spAutoFit/>
          </a:bodyPr>
          <a:lstStyle/>
          <a:p>
            <a:pPr algn="ctr"/>
            <a:r>
              <a:rPr lang="en-US" b="1" dirty="0">
                <a:latin typeface="Georgia" panose="02040502050405020303" pitchFamily="18" charset="0"/>
                <a:cs typeface="Times New Roman" panose="02020603050405020304" pitchFamily="18" charset="0"/>
              </a:rPr>
              <a:t>MAJOR PROJECT PRESENTATION </a:t>
            </a:r>
          </a:p>
          <a:p>
            <a:pPr algn="ctr"/>
            <a:r>
              <a:rPr lang="en-US" b="1" dirty="0">
                <a:latin typeface="Georgia" panose="02040502050405020303" pitchFamily="18" charset="0"/>
                <a:cs typeface="Times New Roman" panose="02020603050405020304" pitchFamily="18" charset="0"/>
              </a:rPr>
              <a:t>ON</a:t>
            </a:r>
          </a:p>
          <a:p>
            <a:pPr algn="ctr"/>
            <a:r>
              <a:rPr lang="en-US" b="1" dirty="0">
                <a:latin typeface="Georgia" panose="02040502050405020303" pitchFamily="18" charset="0"/>
                <a:cs typeface="Times New Roman" panose="02020603050405020304" pitchFamily="18" charset="0"/>
              </a:rPr>
              <a:t>AUTOMATIC NUMBER PLATE RECOGNITION SYSTEM</a:t>
            </a:r>
          </a:p>
          <a:p>
            <a:pPr algn="ctr"/>
            <a:endParaRPr lang="en-IN" sz="1600" dirty="0">
              <a:latin typeface="Georgia" panose="02040502050405020303" pitchFamily="18" charset="0"/>
            </a:endParaRPr>
          </a:p>
        </p:txBody>
      </p:sp>
      <p:sp>
        <p:nvSpPr>
          <p:cNvPr id="9" name="TextBox 8">
            <a:extLst>
              <a:ext uri="{FF2B5EF4-FFF2-40B4-BE49-F238E27FC236}">
                <a16:creationId xmlns:a16="http://schemas.microsoft.com/office/drawing/2014/main" id="{00CBE520-ADBD-1AF6-7A77-A0823A7CE2B1}"/>
              </a:ext>
            </a:extLst>
          </p:cNvPr>
          <p:cNvSpPr txBox="1"/>
          <p:nvPr/>
        </p:nvSpPr>
        <p:spPr>
          <a:xfrm>
            <a:off x="1088572" y="4272677"/>
            <a:ext cx="4457699" cy="2339102"/>
          </a:xfrm>
          <a:prstGeom prst="rect">
            <a:avLst/>
          </a:prstGeom>
          <a:noFill/>
        </p:spPr>
        <p:txBody>
          <a:bodyPr wrap="square" rtlCol="0">
            <a:spAutoFit/>
          </a:bodyPr>
          <a:lstStyle/>
          <a:p>
            <a:r>
              <a:rPr lang="en-US" sz="1600" b="1" dirty="0">
                <a:latin typeface="Georgia" panose="02040502050405020303" pitchFamily="18" charset="0"/>
                <a:cs typeface="Times New Roman" panose="02020603050405020304" pitchFamily="18" charset="0"/>
              </a:rPr>
              <a:t>PRESENTED BY:</a:t>
            </a:r>
          </a:p>
          <a:p>
            <a:endParaRPr lang="en-US" sz="1600" b="1" dirty="0">
              <a:latin typeface="Georgia" panose="02040502050405020303" pitchFamily="18" charset="0"/>
              <a:cs typeface="Times New Roman" panose="02020603050405020304" pitchFamily="18" charset="0"/>
            </a:endParaRPr>
          </a:p>
          <a:p>
            <a:r>
              <a:rPr lang="en-US" sz="1600" b="1" dirty="0">
                <a:latin typeface="Georgia" panose="02040502050405020303" pitchFamily="18" charset="0"/>
                <a:cs typeface="Times New Roman" panose="02020603050405020304" pitchFamily="18" charset="0"/>
              </a:rPr>
              <a:t>ARYAN                                  (</a:t>
            </a:r>
            <a:r>
              <a:rPr lang="en-US" sz="1600" b="1" dirty="0">
                <a:latin typeface="Times New Roman" panose="02020603050405020304" pitchFamily="18" charset="0"/>
                <a:cs typeface="Times New Roman" panose="02020603050405020304" pitchFamily="18" charset="0"/>
              </a:rPr>
              <a:t>22103031</a:t>
            </a:r>
            <a:r>
              <a:rPr lang="en-US" sz="1600" b="1" dirty="0">
                <a:latin typeface="Georgia" panose="02040502050405020303" pitchFamily="18" charset="0"/>
                <a:cs typeface="Times New Roman" panose="02020603050405020304" pitchFamily="18" charset="0"/>
              </a:rPr>
              <a:t>)</a:t>
            </a:r>
          </a:p>
          <a:p>
            <a:r>
              <a:rPr lang="en-US" sz="1600" b="1" dirty="0">
                <a:latin typeface="Georgia" panose="02040502050405020303" pitchFamily="18" charset="0"/>
                <a:cs typeface="Times New Roman" panose="02020603050405020304" pitchFamily="18" charset="0"/>
              </a:rPr>
              <a:t>GANDLA SAI SHIVANI   (</a:t>
            </a:r>
            <a:r>
              <a:rPr lang="en-US" sz="1600" b="1" dirty="0">
                <a:latin typeface="Times New Roman" panose="02020603050405020304" pitchFamily="18" charset="0"/>
                <a:cs typeface="Times New Roman" panose="02020603050405020304" pitchFamily="18" charset="0"/>
              </a:rPr>
              <a:t>22103054</a:t>
            </a:r>
            <a:r>
              <a:rPr lang="en-US" sz="1600" b="1" dirty="0">
                <a:latin typeface="Georgia" panose="02040502050405020303" pitchFamily="18" charset="0"/>
                <a:cs typeface="Times New Roman" panose="02020603050405020304" pitchFamily="18" charset="0"/>
              </a:rPr>
              <a:t>)</a:t>
            </a:r>
          </a:p>
          <a:p>
            <a:r>
              <a:rPr lang="en-US" sz="1600" b="1" dirty="0">
                <a:latin typeface="Georgia" panose="02040502050405020303" pitchFamily="18" charset="0"/>
                <a:cs typeface="Times New Roman" panose="02020603050405020304" pitchFamily="18" charset="0"/>
              </a:rPr>
              <a:t>UJALA GUPTA                   (</a:t>
            </a:r>
            <a:r>
              <a:rPr lang="en-US" sz="1600" b="1" dirty="0">
                <a:latin typeface="Times New Roman" panose="02020603050405020304" pitchFamily="18" charset="0"/>
                <a:cs typeface="Times New Roman" panose="02020603050405020304" pitchFamily="18" charset="0"/>
              </a:rPr>
              <a:t>22103155</a:t>
            </a:r>
            <a:r>
              <a:rPr lang="en-US" sz="1600" b="1" dirty="0">
                <a:latin typeface="Georgia" panose="02040502050405020303" pitchFamily="18" charset="0"/>
                <a:cs typeface="Times New Roman" panose="02020603050405020304" pitchFamily="18" charset="0"/>
              </a:rPr>
              <a:t>)</a:t>
            </a:r>
          </a:p>
          <a:p>
            <a:r>
              <a:rPr lang="en-US" sz="1600" b="1" dirty="0">
                <a:latin typeface="Georgia" panose="02040502050405020303" pitchFamily="18" charset="0"/>
                <a:cs typeface="Times New Roman" panose="02020603050405020304" pitchFamily="18" charset="0"/>
              </a:rPr>
              <a:t>AYUSH RAJ                         (</a:t>
            </a:r>
            <a:r>
              <a:rPr lang="en-US" sz="1600" b="1" dirty="0">
                <a:latin typeface="Times New Roman" panose="02020603050405020304" pitchFamily="18" charset="0"/>
                <a:cs typeface="Times New Roman" panose="02020603050405020304" pitchFamily="18" charset="0"/>
              </a:rPr>
              <a:t>22103035</a:t>
            </a:r>
            <a:r>
              <a:rPr lang="en-US" sz="1600" b="1" dirty="0">
                <a:latin typeface="Georgia" panose="02040502050405020303" pitchFamily="18" charset="0"/>
                <a:cs typeface="Times New Roman" panose="02020603050405020304" pitchFamily="18" charset="0"/>
              </a:rPr>
              <a:t>)</a:t>
            </a:r>
          </a:p>
          <a:p>
            <a:r>
              <a:rPr lang="en-US" sz="1600" b="1" dirty="0">
                <a:latin typeface="Georgia" panose="02040502050405020303" pitchFamily="18" charset="0"/>
                <a:cs typeface="Times New Roman" panose="02020603050405020304" pitchFamily="18" charset="0"/>
              </a:rPr>
              <a:t>YUVRAJ SINGH	              (</a:t>
            </a:r>
            <a:r>
              <a:rPr lang="en-US" sz="1600" b="1" dirty="0">
                <a:latin typeface="Times New Roman" panose="02020603050405020304" pitchFamily="18" charset="0"/>
                <a:cs typeface="Times New Roman" panose="02020603050405020304" pitchFamily="18" charset="0"/>
              </a:rPr>
              <a:t>22103166</a:t>
            </a:r>
            <a:r>
              <a:rPr lang="en-US" sz="1600" b="1" dirty="0">
                <a:latin typeface="Georgia" panose="02040502050405020303" pitchFamily="18" charset="0"/>
                <a:cs typeface="Times New Roman" panose="02020603050405020304" pitchFamily="18" charset="0"/>
              </a:rPr>
              <a:t>)</a:t>
            </a:r>
          </a:p>
          <a:p>
            <a:r>
              <a:rPr lang="en-US" sz="1600" b="1" dirty="0">
                <a:latin typeface="Georgia" panose="02040502050405020303" pitchFamily="18" charset="0"/>
                <a:cs typeface="Times New Roman" panose="02020603050405020304" pitchFamily="18" charset="0"/>
              </a:rPr>
              <a:t>ARSHIT		              (</a:t>
            </a:r>
            <a:r>
              <a:rPr lang="en-US" sz="1600" b="1" dirty="0">
                <a:latin typeface="Times New Roman" panose="02020603050405020304" pitchFamily="18" charset="0"/>
                <a:cs typeface="Times New Roman" panose="02020603050405020304" pitchFamily="18" charset="0"/>
              </a:rPr>
              <a:t>22103028</a:t>
            </a:r>
            <a:r>
              <a:rPr lang="en-US" sz="1600" b="1" dirty="0">
                <a:latin typeface="Georgia" panose="02040502050405020303" pitchFamily="18" charset="0"/>
                <a:cs typeface="Times New Roman" panose="02020603050405020304" pitchFamily="18" charset="0"/>
              </a:rPr>
              <a:t>)</a:t>
            </a:r>
          </a:p>
          <a:p>
            <a:endParaRPr lang="en-IN" sz="1600" dirty="0">
              <a:latin typeface="Georgia" panose="02040502050405020303" pitchFamily="18" charset="0"/>
            </a:endParaRPr>
          </a:p>
        </p:txBody>
      </p:sp>
      <p:sp>
        <p:nvSpPr>
          <p:cNvPr id="11" name="TextBox 10">
            <a:extLst>
              <a:ext uri="{FF2B5EF4-FFF2-40B4-BE49-F238E27FC236}">
                <a16:creationId xmlns:a16="http://schemas.microsoft.com/office/drawing/2014/main" id="{B16B7620-AC3E-09DE-3A82-455274D1BAD3}"/>
              </a:ext>
            </a:extLst>
          </p:cNvPr>
          <p:cNvSpPr txBox="1"/>
          <p:nvPr/>
        </p:nvSpPr>
        <p:spPr>
          <a:xfrm>
            <a:off x="7336279" y="4272677"/>
            <a:ext cx="3767149" cy="1323439"/>
          </a:xfrm>
          <a:prstGeom prst="rect">
            <a:avLst/>
          </a:prstGeom>
          <a:noFill/>
        </p:spPr>
        <p:txBody>
          <a:bodyPr wrap="square" rtlCol="0">
            <a:spAutoFit/>
          </a:bodyPr>
          <a:lstStyle/>
          <a:p>
            <a:r>
              <a:rPr lang="en-US" sz="1600" b="1" dirty="0">
                <a:latin typeface="Georgia" panose="02040502050405020303" pitchFamily="18" charset="0"/>
                <a:cs typeface="Times New Roman" panose="02020603050405020304" pitchFamily="18" charset="0"/>
              </a:rPr>
              <a:t>UNDER THE SUPERVISION OF:</a:t>
            </a:r>
          </a:p>
          <a:p>
            <a:br>
              <a:rPr lang="en-US" sz="1600" b="1" dirty="0">
                <a:latin typeface="Georgia" panose="02040502050405020303" pitchFamily="18" charset="0"/>
                <a:cs typeface="Times New Roman" panose="02020603050405020304" pitchFamily="18" charset="0"/>
              </a:rPr>
            </a:br>
            <a:r>
              <a:rPr lang="en-US" sz="1600" b="1" dirty="0">
                <a:latin typeface="Georgia" panose="02040502050405020303" pitchFamily="18" charset="0"/>
                <a:cs typeface="Times New Roman" panose="02020603050405020304" pitchFamily="18" charset="0"/>
              </a:rPr>
              <a:t>DR. RENU DHIR</a:t>
            </a:r>
          </a:p>
          <a:p>
            <a:r>
              <a:rPr lang="en-US" sz="1600" b="1" dirty="0">
                <a:latin typeface="Georgia" panose="02040502050405020303" pitchFamily="18" charset="0"/>
                <a:cs typeface="Times New Roman" panose="02020603050405020304" pitchFamily="18" charset="0"/>
              </a:rPr>
              <a:t>PROFESSOR</a:t>
            </a:r>
            <a:endParaRPr lang="en-IN" sz="1600" b="1" dirty="0">
              <a:latin typeface="Georgia" panose="02040502050405020303" pitchFamily="18" charset="0"/>
              <a:cs typeface="Times New Roman" panose="02020603050405020304" pitchFamily="18" charset="0"/>
            </a:endParaRPr>
          </a:p>
          <a:p>
            <a:endParaRPr lang="en-IN" sz="1600" b="1" dirty="0">
              <a:latin typeface="Georgia" panose="02040502050405020303" pitchFamily="18" charset="0"/>
            </a:endParaRPr>
          </a:p>
        </p:txBody>
      </p:sp>
      <p:sp>
        <p:nvSpPr>
          <p:cNvPr id="13" name="Slide Number Placeholder 12">
            <a:extLst>
              <a:ext uri="{FF2B5EF4-FFF2-40B4-BE49-F238E27FC236}">
                <a16:creationId xmlns:a16="http://schemas.microsoft.com/office/drawing/2014/main" id="{C32A4BC6-6356-9157-6134-AF187AB0EE5D}"/>
              </a:ext>
            </a:extLst>
          </p:cNvPr>
          <p:cNvSpPr>
            <a:spLocks noGrp="1"/>
          </p:cNvSpPr>
          <p:nvPr>
            <p:ph type="sldNum" sz="quarter" idx="12"/>
          </p:nvPr>
        </p:nvSpPr>
        <p:spPr/>
        <p:txBody>
          <a:bodyPr/>
          <a:lstStyle/>
          <a:p>
            <a:fld id="{97C92681-5E05-4BC6-8FED-AA8D56459978}" type="slidenum">
              <a:rPr lang="en-IN" smtClean="0"/>
              <a:t>1</a:t>
            </a:fld>
            <a:endParaRPr lang="en-IN"/>
          </a:p>
        </p:txBody>
      </p:sp>
    </p:spTree>
    <p:extLst>
      <p:ext uri="{BB962C8B-B14F-4D97-AF65-F5344CB8AC3E}">
        <p14:creationId xmlns:p14="http://schemas.microsoft.com/office/powerpoint/2010/main" val="312589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ADF90-DFDB-6C04-2F3E-75C20A6CCCA8}"/>
              </a:ext>
            </a:extLst>
          </p:cNvPr>
          <p:cNvSpPr>
            <a:spLocks noGrp="1"/>
          </p:cNvSpPr>
          <p:nvPr>
            <p:ph type="title"/>
          </p:nvPr>
        </p:nvSpPr>
        <p:spPr>
          <a:xfrm>
            <a:off x="838197" y="71635"/>
            <a:ext cx="10515600" cy="1325563"/>
          </a:xfrm>
        </p:spPr>
        <p:txBody>
          <a:bodyPr>
            <a:normAutofit/>
          </a:bodyPr>
          <a:lstStyle/>
          <a:p>
            <a:pPr algn="ctr"/>
            <a:r>
              <a:rPr lang="en-US" sz="3200" b="1" dirty="0">
                <a:latin typeface="Georgia" panose="02040502050405020303" pitchFamily="18" charset="0"/>
                <a:ea typeface="Sans Serif Collection" panose="020B0502040504020204" pitchFamily="34" charset="0"/>
                <a:cs typeface="Sans Serif Collection" panose="020B0502040504020204" pitchFamily="34" charset="0"/>
              </a:rPr>
              <a:t>INDEX</a:t>
            </a:r>
            <a:endParaRPr lang="en-IN" sz="3200" b="1" dirty="0">
              <a:latin typeface="Georgia" panose="02040502050405020303" pitchFamily="18" charset="0"/>
              <a:ea typeface="Sans Serif Collection" panose="020B0502040504020204" pitchFamily="34" charset="0"/>
              <a:cs typeface="Sans Serif Collection" panose="020B0502040504020204" pitchFamily="34" charset="0"/>
            </a:endParaRPr>
          </a:p>
        </p:txBody>
      </p:sp>
      <p:graphicFrame>
        <p:nvGraphicFramePr>
          <p:cNvPr id="5" name="Content Placeholder 4">
            <a:extLst>
              <a:ext uri="{FF2B5EF4-FFF2-40B4-BE49-F238E27FC236}">
                <a16:creationId xmlns:a16="http://schemas.microsoft.com/office/drawing/2014/main" id="{6226C300-5766-FC50-BCB2-E7F21C2F18E9}"/>
              </a:ext>
            </a:extLst>
          </p:cNvPr>
          <p:cNvGraphicFramePr>
            <a:graphicFrameLocks noGrp="1"/>
          </p:cNvGraphicFramePr>
          <p:nvPr>
            <p:ph idx="1"/>
            <p:extLst>
              <p:ext uri="{D42A27DB-BD31-4B8C-83A1-F6EECF244321}">
                <p14:modId xmlns:p14="http://schemas.microsoft.com/office/powerpoint/2010/main" val="3759563026"/>
              </p:ext>
            </p:extLst>
          </p:nvPr>
        </p:nvGraphicFramePr>
        <p:xfrm>
          <a:off x="1499310" y="1397198"/>
          <a:ext cx="9193380" cy="4875804"/>
        </p:xfrm>
        <a:graphic>
          <a:graphicData uri="http://schemas.openxmlformats.org/drawingml/2006/table">
            <a:tbl>
              <a:tblPr firstRow="1" bandRow="1">
                <a:tableStyleId>{8799B23B-EC83-4686-B30A-512413B5E67A}</a:tableStyleId>
              </a:tblPr>
              <a:tblGrid>
                <a:gridCol w="974083">
                  <a:extLst>
                    <a:ext uri="{9D8B030D-6E8A-4147-A177-3AD203B41FA5}">
                      <a16:colId xmlns:a16="http://schemas.microsoft.com/office/drawing/2014/main" val="1667298340"/>
                    </a:ext>
                  </a:extLst>
                </a:gridCol>
                <a:gridCol w="6801272">
                  <a:extLst>
                    <a:ext uri="{9D8B030D-6E8A-4147-A177-3AD203B41FA5}">
                      <a16:colId xmlns:a16="http://schemas.microsoft.com/office/drawing/2014/main" val="1792528007"/>
                    </a:ext>
                  </a:extLst>
                </a:gridCol>
                <a:gridCol w="1418025">
                  <a:extLst>
                    <a:ext uri="{9D8B030D-6E8A-4147-A177-3AD203B41FA5}">
                      <a16:colId xmlns:a16="http://schemas.microsoft.com/office/drawing/2014/main" val="1136664651"/>
                    </a:ext>
                  </a:extLst>
                </a:gridCol>
              </a:tblGrid>
              <a:tr h="375132">
                <a:tc>
                  <a:txBody>
                    <a:bodyPr/>
                    <a:lstStyle/>
                    <a:p>
                      <a:pPr algn="ctr"/>
                      <a:r>
                        <a:rPr lang="en-US" sz="2000" dirty="0">
                          <a:latin typeface="Georgia" panose="02040502050405020303" pitchFamily="18" charset="0"/>
                          <a:ea typeface="Verdana" panose="020B0604030504040204" pitchFamily="34" charset="0"/>
                          <a:cs typeface="Sans Serif Collection" panose="020B0502040504020204" pitchFamily="34" charset="0"/>
                        </a:rPr>
                        <a:t>S. No.</a:t>
                      </a:r>
                      <a:endParaRPr lang="en-IN" sz="20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US" sz="2000" dirty="0">
                          <a:latin typeface="Georgia" panose="02040502050405020303" pitchFamily="18" charset="0"/>
                          <a:ea typeface="Verdana" panose="020B0604030504040204" pitchFamily="34" charset="0"/>
                          <a:cs typeface="Sans Serif Collection" panose="020B0502040504020204" pitchFamily="34" charset="0"/>
                        </a:rPr>
                        <a:t>Content</a:t>
                      </a:r>
                      <a:endParaRPr lang="en-IN" sz="20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US" sz="2000" dirty="0">
                          <a:latin typeface="Georgia" panose="02040502050405020303" pitchFamily="18" charset="0"/>
                          <a:ea typeface="Verdana" panose="020B0604030504040204" pitchFamily="34" charset="0"/>
                          <a:cs typeface="Times New Roman" panose="02020603050405020304" pitchFamily="18" charset="0"/>
                        </a:rPr>
                        <a:t>Page No.</a:t>
                      </a:r>
                      <a:endParaRPr lang="en-IN" sz="2000" dirty="0">
                        <a:latin typeface="Georgia" panose="02040502050405020303" pitchFamily="18" charset="0"/>
                        <a:ea typeface="Verdana" panose="020B0604030504040204" pitchFamily="34" charset="0"/>
                        <a:cs typeface="Times New Roman" panose="02020603050405020304" pitchFamily="18" charset="0"/>
                      </a:endParaRPr>
                    </a:p>
                  </a:txBody>
                  <a:tcPr anchor="ctr"/>
                </a:tc>
                <a:extLst>
                  <a:ext uri="{0D108BD9-81ED-4DB2-BD59-A6C34878D82A}">
                    <a16:rowId xmlns:a16="http://schemas.microsoft.com/office/drawing/2014/main" val="1752574096"/>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1.</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spc="-10" dirty="0">
                          <a:latin typeface="Georgia" panose="02040502050405020303" pitchFamily="18" charset="0"/>
                          <a:ea typeface="Verdana" panose="020B0604030504040204" pitchFamily="34" charset="0"/>
                          <a:cs typeface="Sans Serif Collection" panose="020B0502040504020204" pitchFamily="34" charset="0"/>
                        </a:rPr>
                        <a:t>INTRODUCTION</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3</a:t>
                      </a:r>
                    </a:p>
                  </a:txBody>
                  <a:tcPr anchor="ctr"/>
                </a:tc>
                <a:extLst>
                  <a:ext uri="{0D108BD9-81ED-4DB2-BD59-A6C34878D82A}">
                    <a16:rowId xmlns:a16="http://schemas.microsoft.com/office/drawing/2014/main" val="3705631999"/>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2.</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spc="-10" dirty="0">
                          <a:latin typeface="Georgia" panose="02040502050405020303" pitchFamily="18" charset="0"/>
                          <a:ea typeface="Verdana" panose="020B0604030504040204" pitchFamily="34" charset="0"/>
                          <a:cs typeface="Sans Serif Collection" panose="020B0502040504020204" pitchFamily="34" charset="0"/>
                        </a:rPr>
                        <a:t>RESEARCH OBJECTIVE</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4</a:t>
                      </a:r>
                    </a:p>
                  </a:txBody>
                  <a:tcPr anchor="ctr"/>
                </a:tc>
                <a:extLst>
                  <a:ext uri="{0D108BD9-81ED-4DB2-BD59-A6C34878D82A}">
                    <a16:rowId xmlns:a16="http://schemas.microsoft.com/office/drawing/2014/main" val="1382621442"/>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3.</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spc="-10" dirty="0">
                          <a:latin typeface="Georgia" panose="02040502050405020303" pitchFamily="18" charset="0"/>
                          <a:ea typeface="Verdana" panose="020B0604030504040204" pitchFamily="34" charset="0"/>
                          <a:cs typeface="Sans Serif Collection" panose="020B0502040504020204" pitchFamily="34" charset="0"/>
                        </a:rPr>
                        <a:t>LITERATURE SURVEY</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5</a:t>
                      </a:r>
                    </a:p>
                  </a:txBody>
                  <a:tcPr anchor="ctr"/>
                </a:tc>
                <a:extLst>
                  <a:ext uri="{0D108BD9-81ED-4DB2-BD59-A6C34878D82A}">
                    <a16:rowId xmlns:a16="http://schemas.microsoft.com/office/drawing/2014/main" val="68421489"/>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4.</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dirty="0">
                          <a:latin typeface="Georgia" panose="02040502050405020303" pitchFamily="18" charset="0"/>
                          <a:ea typeface="Verdana" panose="020B0604030504040204" pitchFamily="34" charset="0"/>
                          <a:cs typeface="Sans Serif Collection" panose="020B0502040504020204" pitchFamily="34" charset="0"/>
                        </a:rPr>
                        <a:t>PROBLEM STATEMENT</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6</a:t>
                      </a:r>
                    </a:p>
                  </a:txBody>
                  <a:tcPr anchor="ctr"/>
                </a:tc>
                <a:extLst>
                  <a:ext uri="{0D108BD9-81ED-4DB2-BD59-A6C34878D82A}">
                    <a16:rowId xmlns:a16="http://schemas.microsoft.com/office/drawing/2014/main" val="179470742"/>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5.</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dirty="0">
                          <a:latin typeface="Georgia" panose="02040502050405020303" pitchFamily="18" charset="0"/>
                          <a:ea typeface="Verdana" panose="020B0604030504040204" pitchFamily="34" charset="0"/>
                          <a:cs typeface="Sans Serif Collection" panose="020B0502040504020204" pitchFamily="34" charset="0"/>
                        </a:rPr>
                        <a:t>PROPOSED METHODOLOGY</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7</a:t>
                      </a:r>
                    </a:p>
                  </a:txBody>
                  <a:tcPr anchor="ctr"/>
                </a:tc>
                <a:extLst>
                  <a:ext uri="{0D108BD9-81ED-4DB2-BD59-A6C34878D82A}">
                    <a16:rowId xmlns:a16="http://schemas.microsoft.com/office/drawing/2014/main" val="1536743710"/>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6.</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dirty="0">
                          <a:latin typeface="Georgia" panose="02040502050405020303" pitchFamily="18" charset="0"/>
                          <a:ea typeface="Verdana" panose="020B0604030504040204" pitchFamily="34" charset="0"/>
                          <a:cs typeface="Sans Serif Collection" panose="020B0502040504020204" pitchFamily="34" charset="0"/>
                        </a:rPr>
                        <a:t>DATASET DESCRIPTION</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8</a:t>
                      </a:r>
                    </a:p>
                  </a:txBody>
                  <a:tcPr anchor="ctr"/>
                </a:tc>
                <a:extLst>
                  <a:ext uri="{0D108BD9-81ED-4DB2-BD59-A6C34878D82A}">
                    <a16:rowId xmlns:a16="http://schemas.microsoft.com/office/drawing/2014/main" val="487001276"/>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7.</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Georgia" panose="02040502050405020303" pitchFamily="18" charset="0"/>
                          <a:ea typeface="Verdana" panose="020B0604030504040204" pitchFamily="34" charset="0"/>
                          <a:cs typeface="Sans Serif Collection" panose="020B0502040504020204" pitchFamily="34" charset="0"/>
                        </a:rPr>
                        <a:t>TECHNOLOGY STACK</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9</a:t>
                      </a:r>
                    </a:p>
                  </a:txBody>
                  <a:tcPr anchor="ctr"/>
                </a:tc>
                <a:extLst>
                  <a:ext uri="{0D108BD9-81ED-4DB2-BD59-A6C34878D82A}">
                    <a16:rowId xmlns:a16="http://schemas.microsoft.com/office/drawing/2014/main" val="667966436"/>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8.</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latin typeface="Georgia" panose="02040502050405020303" pitchFamily="18" charset="0"/>
                          <a:ea typeface="Verdana" panose="020B0604030504040204" pitchFamily="34" charset="0"/>
                          <a:cs typeface="Sans Serif Collection" panose="020B0502040504020204" pitchFamily="34" charset="0"/>
                        </a:rPr>
                        <a:t>MODEL PERFORMANCE</a:t>
                      </a: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10</a:t>
                      </a:r>
                    </a:p>
                  </a:txBody>
                  <a:tcPr anchor="ctr"/>
                </a:tc>
                <a:extLst>
                  <a:ext uri="{0D108BD9-81ED-4DB2-BD59-A6C34878D82A}">
                    <a16:rowId xmlns:a16="http://schemas.microsoft.com/office/drawing/2014/main" val="3719809311"/>
                  </a:ext>
                </a:extLst>
              </a:tr>
              <a:tr h="373297">
                <a:tc>
                  <a:txBody>
                    <a:bodyPr/>
                    <a:lstStyle/>
                    <a:p>
                      <a:pPr algn="ctr"/>
                      <a:r>
                        <a:rPr lang="en-IN" sz="1600" dirty="0">
                          <a:latin typeface="Georgia" panose="02040502050405020303" pitchFamily="18" charset="0"/>
                          <a:ea typeface="Verdana" panose="020B0604030504040204" pitchFamily="34" charset="0"/>
                          <a:cs typeface="Sans Serif Collection" panose="020B0502040504020204" pitchFamily="34" charset="0"/>
                        </a:rPr>
                        <a:t>9.</a:t>
                      </a:r>
                    </a:p>
                  </a:txBody>
                  <a:tcPr anchor="ctr"/>
                </a:tc>
                <a:tc>
                  <a:txBody>
                    <a:bodyPr/>
                    <a:lstStyle/>
                    <a:p>
                      <a:pPr algn="l"/>
                      <a:r>
                        <a:rPr lang="en-IN" sz="1600" dirty="0">
                          <a:latin typeface="Georgia" panose="02040502050405020303" pitchFamily="18" charset="0"/>
                          <a:ea typeface="Verdana" panose="020B0604030504040204" pitchFamily="34" charset="0"/>
                          <a:cs typeface="Sans Serif Collection" panose="020B0502040504020204" pitchFamily="34" charset="0"/>
                        </a:rPr>
                        <a:t>RESULT</a:t>
                      </a: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11</a:t>
                      </a:r>
                    </a:p>
                  </a:txBody>
                  <a:tcPr anchor="ctr"/>
                </a:tc>
                <a:extLst>
                  <a:ext uri="{0D108BD9-81ED-4DB2-BD59-A6C34878D82A}">
                    <a16:rowId xmlns:a16="http://schemas.microsoft.com/office/drawing/2014/main" val="4151802931"/>
                  </a:ext>
                </a:extLst>
              </a:tr>
              <a:tr h="373297">
                <a:tc>
                  <a:txBody>
                    <a:bodyPr/>
                    <a:lstStyle/>
                    <a:p>
                      <a:pPr algn="ctr"/>
                      <a:r>
                        <a:rPr lang="en-IN" sz="1600" dirty="0">
                          <a:latin typeface="Georgia" panose="02040502050405020303" pitchFamily="18" charset="0"/>
                          <a:ea typeface="Verdana" panose="020B0604030504040204" pitchFamily="34" charset="0"/>
                          <a:cs typeface="Sans Serif Collection" panose="020B0502040504020204" pitchFamily="34" charset="0"/>
                        </a:rPr>
                        <a:t>10.</a:t>
                      </a:r>
                    </a:p>
                  </a:txBody>
                  <a:tcPr anchor="ctr"/>
                </a:tc>
                <a:tc>
                  <a:txBody>
                    <a:bodyPr/>
                    <a:lstStyle/>
                    <a:p>
                      <a:pPr algn="l"/>
                      <a:r>
                        <a:rPr lang="en-IN" sz="1600" dirty="0">
                          <a:latin typeface="Georgia" panose="02040502050405020303" pitchFamily="18" charset="0"/>
                          <a:ea typeface="Verdana" panose="020B0604030504040204" pitchFamily="34" charset="0"/>
                          <a:cs typeface="Sans Serif Collection" panose="020B0502040504020204" pitchFamily="34" charset="0"/>
                        </a:rPr>
                        <a:t>LIMITATIONS OF PROPOSED SOLUTION</a:t>
                      </a: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12</a:t>
                      </a:r>
                    </a:p>
                  </a:txBody>
                  <a:tcPr anchor="ctr"/>
                </a:tc>
                <a:extLst>
                  <a:ext uri="{0D108BD9-81ED-4DB2-BD59-A6C34878D82A}">
                    <a16:rowId xmlns:a16="http://schemas.microsoft.com/office/drawing/2014/main" val="1425314242"/>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11.</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dirty="0">
                          <a:latin typeface="Georgia" panose="02040502050405020303" pitchFamily="18" charset="0"/>
                          <a:ea typeface="Verdana" panose="020B0604030504040204" pitchFamily="34" charset="0"/>
                          <a:cs typeface="Sans Serif Collection" panose="020B0502040504020204" pitchFamily="34" charset="0"/>
                        </a:rPr>
                        <a:t>CONCLUSION AND FUTURE SCOPE</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13</a:t>
                      </a:r>
                    </a:p>
                  </a:txBody>
                  <a:tcPr anchor="ctr"/>
                </a:tc>
                <a:extLst>
                  <a:ext uri="{0D108BD9-81ED-4DB2-BD59-A6C34878D82A}">
                    <a16:rowId xmlns:a16="http://schemas.microsoft.com/office/drawing/2014/main" val="446898042"/>
                  </a:ext>
                </a:extLst>
              </a:tr>
              <a:tr h="373297">
                <a:tc>
                  <a:txBody>
                    <a:bodyPr/>
                    <a:lstStyle/>
                    <a:p>
                      <a:pPr algn="ctr"/>
                      <a:r>
                        <a:rPr lang="en-US" sz="1600" dirty="0">
                          <a:latin typeface="Georgia" panose="02040502050405020303" pitchFamily="18" charset="0"/>
                          <a:ea typeface="Verdana" panose="020B0604030504040204" pitchFamily="34" charset="0"/>
                          <a:cs typeface="Sans Serif Collection" panose="020B0502040504020204" pitchFamily="34" charset="0"/>
                        </a:rPr>
                        <a:t>12.</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l"/>
                      <a:r>
                        <a:rPr lang="en-US" sz="1600" dirty="0">
                          <a:latin typeface="Georgia" panose="02040502050405020303" pitchFamily="18" charset="0"/>
                          <a:ea typeface="Verdana" panose="020B0604030504040204" pitchFamily="34" charset="0"/>
                          <a:cs typeface="Sans Serif Collection" panose="020B0502040504020204" pitchFamily="34" charset="0"/>
                        </a:rPr>
                        <a:t>REFERENCES</a:t>
                      </a:r>
                      <a:endParaRPr lang="en-IN" sz="1600" dirty="0">
                        <a:latin typeface="Georgia" panose="02040502050405020303" pitchFamily="18" charset="0"/>
                        <a:ea typeface="Verdana" panose="020B0604030504040204" pitchFamily="34" charset="0"/>
                        <a:cs typeface="Sans Serif Collection" panose="020B0502040504020204" pitchFamily="34" charset="0"/>
                      </a:endParaRPr>
                    </a:p>
                  </a:txBody>
                  <a:tcPr anchor="ctr"/>
                </a:tc>
                <a:tc>
                  <a:txBody>
                    <a:bodyPr/>
                    <a:lstStyle/>
                    <a:p>
                      <a:pPr algn="ctr"/>
                      <a:r>
                        <a:rPr lang="en-IN" dirty="0">
                          <a:latin typeface="Georgia" panose="02040502050405020303" pitchFamily="18" charset="0"/>
                          <a:ea typeface="Verdana" panose="020B0604030504040204" pitchFamily="34" charset="0"/>
                          <a:cs typeface="Times New Roman" panose="02020603050405020304" pitchFamily="18" charset="0"/>
                        </a:rPr>
                        <a:t>14</a:t>
                      </a:r>
                    </a:p>
                  </a:txBody>
                  <a:tcPr anchor="ctr"/>
                </a:tc>
                <a:extLst>
                  <a:ext uri="{0D108BD9-81ED-4DB2-BD59-A6C34878D82A}">
                    <a16:rowId xmlns:a16="http://schemas.microsoft.com/office/drawing/2014/main" val="3407561012"/>
                  </a:ext>
                </a:extLst>
              </a:tr>
            </a:tbl>
          </a:graphicData>
        </a:graphic>
      </p:graphicFrame>
      <p:sp>
        <p:nvSpPr>
          <p:cNvPr id="4" name="Slide Number Placeholder 3">
            <a:extLst>
              <a:ext uri="{FF2B5EF4-FFF2-40B4-BE49-F238E27FC236}">
                <a16:creationId xmlns:a16="http://schemas.microsoft.com/office/drawing/2014/main" id="{D6A402EC-D9FE-21B3-815B-A782F6A9452F}"/>
              </a:ext>
            </a:extLst>
          </p:cNvPr>
          <p:cNvSpPr>
            <a:spLocks noGrp="1"/>
          </p:cNvSpPr>
          <p:nvPr>
            <p:ph type="sldNum" sz="quarter" idx="12"/>
          </p:nvPr>
        </p:nvSpPr>
        <p:spPr/>
        <p:txBody>
          <a:bodyPr/>
          <a:lstStyle/>
          <a:p>
            <a:fld id="{97C92681-5E05-4BC6-8FED-AA8D56459978}" type="slidenum">
              <a:rPr lang="en-IN" smtClean="0"/>
              <a:t>2</a:t>
            </a:fld>
            <a:endParaRPr lang="en-IN"/>
          </a:p>
        </p:txBody>
      </p:sp>
    </p:spTree>
    <p:extLst>
      <p:ext uri="{BB962C8B-B14F-4D97-AF65-F5344CB8AC3E}">
        <p14:creationId xmlns:p14="http://schemas.microsoft.com/office/powerpoint/2010/main" val="1170700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5A78D-25B6-1CBD-7C32-99B797871375}"/>
              </a:ext>
            </a:extLst>
          </p:cNvPr>
          <p:cNvSpPr>
            <a:spLocks noGrp="1"/>
          </p:cNvSpPr>
          <p:nvPr>
            <p:ph type="title"/>
          </p:nvPr>
        </p:nvSpPr>
        <p:spPr/>
        <p:txBody>
          <a:bodyPr>
            <a:normAutofit/>
          </a:bodyPr>
          <a:lstStyle/>
          <a:p>
            <a:pPr algn="ctr"/>
            <a:r>
              <a:rPr lang="en-US" sz="3200" b="1" dirty="0">
                <a:latin typeface="Georgia" panose="02040502050405020303" pitchFamily="18" charset="0"/>
              </a:rPr>
              <a:t>INTRODUCTION</a:t>
            </a:r>
            <a:endParaRPr lang="en-IN" sz="3200" b="1" dirty="0">
              <a:latin typeface="Georgia" panose="02040502050405020303" pitchFamily="18" charset="0"/>
            </a:endParaRPr>
          </a:p>
        </p:txBody>
      </p:sp>
      <p:sp>
        <p:nvSpPr>
          <p:cNvPr id="3" name="Content Placeholder 2">
            <a:extLst>
              <a:ext uri="{FF2B5EF4-FFF2-40B4-BE49-F238E27FC236}">
                <a16:creationId xmlns:a16="http://schemas.microsoft.com/office/drawing/2014/main" id="{D6CBDB83-AE5C-99A1-70F8-28C370704C36}"/>
              </a:ext>
            </a:extLst>
          </p:cNvPr>
          <p:cNvSpPr>
            <a:spLocks noGrp="1"/>
          </p:cNvSpPr>
          <p:nvPr>
            <p:ph idx="1"/>
          </p:nvPr>
        </p:nvSpPr>
        <p:spPr>
          <a:xfrm>
            <a:off x="838200" y="2005012"/>
            <a:ext cx="10515600" cy="4351338"/>
          </a:xfrm>
        </p:spPr>
        <p:txBody>
          <a:bodyPr>
            <a:normAutofit/>
          </a:bodyPr>
          <a:lstStyle/>
          <a:p>
            <a:pPr algn="just"/>
            <a:r>
              <a:rPr lang="en-US" sz="2000" dirty="0">
                <a:latin typeface="Georgia" panose="02040502050405020303" pitchFamily="18" charset="0"/>
              </a:rPr>
              <a:t>Automatic Number Plate Recognition (ANPR) is a computer vision technology that automatically detects and recognizes vehicle number plates from images or video streams using deep learning, image processing, and OCR techniques.</a:t>
            </a:r>
          </a:p>
          <a:p>
            <a:pPr algn="just"/>
            <a:endParaRPr lang="en-US" sz="2000" dirty="0">
              <a:latin typeface="Georgia" panose="02040502050405020303" pitchFamily="18" charset="0"/>
            </a:endParaRPr>
          </a:p>
          <a:p>
            <a:pPr algn="just"/>
            <a:r>
              <a:rPr lang="en-US" sz="2000" dirty="0">
                <a:latin typeface="Georgia" panose="02040502050405020303" pitchFamily="18" charset="0"/>
              </a:rPr>
              <a:t>ANPR systems are widely used in traffic monitoring, parking management, toll collection, and security surveillance. These systems help automate vehicle identification and reduce manual effort in monitoring vehicles.</a:t>
            </a:r>
          </a:p>
          <a:p>
            <a:pPr algn="just"/>
            <a:endParaRPr lang="en-US" sz="2000" dirty="0">
              <a:latin typeface="Georgia" panose="02040502050405020303" pitchFamily="18" charset="0"/>
            </a:endParaRPr>
          </a:p>
          <a:p>
            <a:pPr algn="just"/>
            <a:r>
              <a:rPr lang="en-US" sz="2000" dirty="0">
                <a:latin typeface="Georgia" panose="02040502050405020303" pitchFamily="18" charset="0"/>
              </a:rPr>
              <a:t>The use of ANPR improves accuracy, speed, and efficiency in vehicle tracking and entry management. It also enhances security and provides a reliable solution for modern intelligent transportation systems.</a:t>
            </a:r>
          </a:p>
        </p:txBody>
      </p:sp>
      <p:sp>
        <p:nvSpPr>
          <p:cNvPr id="4" name="Slide Number Placeholder 3">
            <a:extLst>
              <a:ext uri="{FF2B5EF4-FFF2-40B4-BE49-F238E27FC236}">
                <a16:creationId xmlns:a16="http://schemas.microsoft.com/office/drawing/2014/main" id="{8BB3EABB-AC6F-3158-2CE7-F33A8E904EC0}"/>
              </a:ext>
            </a:extLst>
          </p:cNvPr>
          <p:cNvSpPr>
            <a:spLocks noGrp="1"/>
          </p:cNvSpPr>
          <p:nvPr>
            <p:ph type="sldNum" sz="quarter" idx="12"/>
          </p:nvPr>
        </p:nvSpPr>
        <p:spPr/>
        <p:txBody>
          <a:bodyPr/>
          <a:lstStyle/>
          <a:p>
            <a:fld id="{97C92681-5E05-4BC6-8FED-AA8D56459978}" type="slidenum">
              <a:rPr lang="en-IN" smtClean="0"/>
              <a:t>3</a:t>
            </a:fld>
            <a:endParaRPr lang="en-IN"/>
          </a:p>
        </p:txBody>
      </p:sp>
    </p:spTree>
    <p:extLst>
      <p:ext uri="{BB962C8B-B14F-4D97-AF65-F5344CB8AC3E}">
        <p14:creationId xmlns:p14="http://schemas.microsoft.com/office/powerpoint/2010/main" val="1120793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2322-7F45-D17D-8E91-D2412351E3AE}"/>
              </a:ext>
            </a:extLst>
          </p:cNvPr>
          <p:cNvSpPr>
            <a:spLocks noGrp="1"/>
          </p:cNvSpPr>
          <p:nvPr>
            <p:ph type="title"/>
          </p:nvPr>
        </p:nvSpPr>
        <p:spPr/>
        <p:txBody>
          <a:bodyPr>
            <a:normAutofit/>
          </a:bodyPr>
          <a:lstStyle/>
          <a:p>
            <a:pPr algn="ctr"/>
            <a:r>
              <a:rPr lang="en-IN" sz="3200" b="1" dirty="0">
                <a:latin typeface="Georgia" panose="02040502050405020303" pitchFamily="18" charset="0"/>
              </a:rPr>
              <a:t>RESEARCH OBJECTIVE</a:t>
            </a:r>
          </a:p>
        </p:txBody>
      </p:sp>
      <p:sp>
        <p:nvSpPr>
          <p:cNvPr id="3" name="Content Placeholder 2">
            <a:extLst>
              <a:ext uri="{FF2B5EF4-FFF2-40B4-BE49-F238E27FC236}">
                <a16:creationId xmlns:a16="http://schemas.microsoft.com/office/drawing/2014/main" id="{AC666D50-9938-3BD5-903A-E04C787980EA}"/>
              </a:ext>
            </a:extLst>
          </p:cNvPr>
          <p:cNvSpPr>
            <a:spLocks noGrp="1"/>
          </p:cNvSpPr>
          <p:nvPr>
            <p:ph idx="1"/>
          </p:nvPr>
        </p:nvSpPr>
        <p:spPr>
          <a:xfrm>
            <a:off x="838200" y="2005012"/>
            <a:ext cx="10515600" cy="4351338"/>
          </a:xfrm>
        </p:spPr>
        <p:txBody>
          <a:bodyPr>
            <a:normAutofit/>
          </a:bodyPr>
          <a:lstStyle/>
          <a:p>
            <a:r>
              <a:rPr lang="en-US" sz="2000" dirty="0">
                <a:latin typeface="Georgia" panose="02040502050405020303" pitchFamily="18" charset="0"/>
              </a:rPr>
              <a:t>The main objective of this project is to develop an Automatic Number Plate Recognition (ANPR) system capable of detecting and recognizing vehicle number plates in real time at the college main gate. The system focuses on automating vehicle entry monitoring using deep learning and OCR techniques.</a:t>
            </a:r>
            <a:br>
              <a:rPr lang="en-US" sz="2000" dirty="0">
                <a:latin typeface="Georgia" panose="02040502050405020303" pitchFamily="18" charset="0"/>
              </a:rPr>
            </a:br>
            <a:endParaRPr lang="en-US" sz="2000" dirty="0">
              <a:latin typeface="Georgia" panose="02040502050405020303" pitchFamily="18" charset="0"/>
            </a:endParaRPr>
          </a:p>
          <a:p>
            <a:pPr algn="just"/>
            <a:r>
              <a:rPr lang="en-US" sz="2000" dirty="0">
                <a:latin typeface="Georgia" panose="02040502050405020303" pitchFamily="18" charset="0"/>
              </a:rPr>
              <a:t>The proposed system aims to reduce manual effort and human errors while improving the overall efficiency and security of vehicle management. It automatically extracts and stores vehicle number plate information for monitoring and record-keeping purposes.</a:t>
            </a:r>
          </a:p>
        </p:txBody>
      </p:sp>
      <p:sp>
        <p:nvSpPr>
          <p:cNvPr id="4" name="Slide Number Placeholder 3">
            <a:extLst>
              <a:ext uri="{FF2B5EF4-FFF2-40B4-BE49-F238E27FC236}">
                <a16:creationId xmlns:a16="http://schemas.microsoft.com/office/drawing/2014/main" id="{7495C11A-302E-46BB-E76F-EA245EF8FC16}"/>
              </a:ext>
            </a:extLst>
          </p:cNvPr>
          <p:cNvSpPr>
            <a:spLocks noGrp="1"/>
          </p:cNvSpPr>
          <p:nvPr>
            <p:ph type="sldNum" sz="quarter" idx="12"/>
          </p:nvPr>
        </p:nvSpPr>
        <p:spPr/>
        <p:txBody>
          <a:bodyPr/>
          <a:lstStyle/>
          <a:p>
            <a:fld id="{97C92681-5E05-4BC6-8FED-AA8D56459978}" type="slidenum">
              <a:rPr lang="en-IN" smtClean="0"/>
              <a:t>4</a:t>
            </a:fld>
            <a:endParaRPr lang="en-IN"/>
          </a:p>
        </p:txBody>
      </p:sp>
    </p:spTree>
    <p:extLst>
      <p:ext uri="{BB962C8B-B14F-4D97-AF65-F5344CB8AC3E}">
        <p14:creationId xmlns:p14="http://schemas.microsoft.com/office/powerpoint/2010/main" val="752520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3AEE2-624F-7F60-DF74-7C0B1CB30875}"/>
              </a:ext>
            </a:extLst>
          </p:cNvPr>
          <p:cNvSpPr>
            <a:spLocks noGrp="1"/>
          </p:cNvSpPr>
          <p:nvPr>
            <p:ph type="title"/>
          </p:nvPr>
        </p:nvSpPr>
        <p:spPr>
          <a:xfrm>
            <a:off x="838200" y="136525"/>
            <a:ext cx="10515600" cy="1325563"/>
          </a:xfrm>
        </p:spPr>
        <p:txBody>
          <a:bodyPr>
            <a:normAutofit/>
          </a:bodyPr>
          <a:lstStyle/>
          <a:p>
            <a:pPr algn="ctr"/>
            <a:r>
              <a:rPr lang="en-US" sz="3200" b="1" dirty="0">
                <a:latin typeface="Georgia" panose="02040502050405020303" pitchFamily="18" charset="0"/>
              </a:rPr>
              <a:t>LITERATURE SURVEY</a:t>
            </a:r>
            <a:endParaRPr lang="en-IN" sz="3200" b="1" dirty="0">
              <a:latin typeface="Georgia" panose="02040502050405020303" pitchFamily="18" charset="0"/>
            </a:endParaRPr>
          </a:p>
        </p:txBody>
      </p:sp>
      <p:graphicFrame>
        <p:nvGraphicFramePr>
          <p:cNvPr id="5" name="Content Placeholder 4">
            <a:extLst>
              <a:ext uri="{FF2B5EF4-FFF2-40B4-BE49-F238E27FC236}">
                <a16:creationId xmlns:a16="http://schemas.microsoft.com/office/drawing/2014/main" id="{B7A27ABE-CDE9-CAF9-7E22-3B39123EAB0D}"/>
              </a:ext>
            </a:extLst>
          </p:cNvPr>
          <p:cNvGraphicFramePr>
            <a:graphicFrameLocks noGrp="1"/>
          </p:cNvGraphicFramePr>
          <p:nvPr>
            <p:ph idx="1"/>
            <p:extLst>
              <p:ext uri="{D42A27DB-BD31-4B8C-83A1-F6EECF244321}">
                <p14:modId xmlns:p14="http://schemas.microsoft.com/office/powerpoint/2010/main" val="2431751490"/>
              </p:ext>
            </p:extLst>
          </p:nvPr>
        </p:nvGraphicFramePr>
        <p:xfrm>
          <a:off x="571500" y="1601108"/>
          <a:ext cx="11049000" cy="4755242"/>
        </p:xfrm>
        <a:graphic>
          <a:graphicData uri="http://schemas.openxmlformats.org/drawingml/2006/table">
            <a:tbl>
              <a:tblPr firstRow="1" bandRow="1">
                <a:tableStyleId>{8799B23B-EC83-4686-B30A-512413B5E67A}</a:tableStyleId>
              </a:tblPr>
              <a:tblGrid>
                <a:gridCol w="685800">
                  <a:extLst>
                    <a:ext uri="{9D8B030D-6E8A-4147-A177-3AD203B41FA5}">
                      <a16:colId xmlns:a16="http://schemas.microsoft.com/office/drawing/2014/main" val="4032117901"/>
                    </a:ext>
                  </a:extLst>
                </a:gridCol>
                <a:gridCol w="3072104">
                  <a:extLst>
                    <a:ext uri="{9D8B030D-6E8A-4147-A177-3AD203B41FA5}">
                      <a16:colId xmlns:a16="http://schemas.microsoft.com/office/drawing/2014/main" val="1392569771"/>
                    </a:ext>
                  </a:extLst>
                </a:gridCol>
                <a:gridCol w="1091682">
                  <a:extLst>
                    <a:ext uri="{9D8B030D-6E8A-4147-A177-3AD203B41FA5}">
                      <a16:colId xmlns:a16="http://schemas.microsoft.com/office/drawing/2014/main" val="809746929"/>
                    </a:ext>
                  </a:extLst>
                </a:gridCol>
                <a:gridCol w="2976465">
                  <a:extLst>
                    <a:ext uri="{9D8B030D-6E8A-4147-A177-3AD203B41FA5}">
                      <a16:colId xmlns:a16="http://schemas.microsoft.com/office/drawing/2014/main" val="399951704"/>
                    </a:ext>
                  </a:extLst>
                </a:gridCol>
                <a:gridCol w="3222949">
                  <a:extLst>
                    <a:ext uri="{9D8B030D-6E8A-4147-A177-3AD203B41FA5}">
                      <a16:colId xmlns:a16="http://schemas.microsoft.com/office/drawing/2014/main" val="209465686"/>
                    </a:ext>
                  </a:extLst>
                </a:gridCol>
              </a:tblGrid>
              <a:tr h="536674">
                <a:tc>
                  <a:txBody>
                    <a:bodyPr/>
                    <a:lstStyle/>
                    <a:p>
                      <a:pPr algn="ctr"/>
                      <a:r>
                        <a:rPr lang="en-US" sz="1200" dirty="0">
                          <a:latin typeface="Georgia" panose="02040502050405020303" pitchFamily="18" charset="0"/>
                        </a:rPr>
                        <a:t>S. No.</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Paper</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Year</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Purpose</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Key Findings</a:t>
                      </a:r>
                      <a:endParaRPr lang="en-IN" sz="1200" dirty="0">
                        <a:latin typeface="Georgia" panose="02040502050405020303" pitchFamily="18" charset="0"/>
                      </a:endParaRPr>
                    </a:p>
                  </a:txBody>
                  <a:tcPr anchor="ctr"/>
                </a:tc>
                <a:extLst>
                  <a:ext uri="{0D108BD9-81ED-4DB2-BD59-A6C34878D82A}">
                    <a16:rowId xmlns:a16="http://schemas.microsoft.com/office/drawing/2014/main" val="2091510885"/>
                  </a:ext>
                </a:extLst>
              </a:tr>
              <a:tr h="751344">
                <a:tc>
                  <a:txBody>
                    <a:bodyPr/>
                    <a:lstStyle/>
                    <a:p>
                      <a:pPr algn="ctr"/>
                      <a:r>
                        <a:rPr lang="en-US" sz="1200" dirty="0">
                          <a:latin typeface="Georgia" panose="02040502050405020303" pitchFamily="18" charset="0"/>
                        </a:rPr>
                        <a:t>1.</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Automatic Number Plate Recognition: A Detailed Survey of Relevant Algorithms [1]</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2021</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Reviewed traditional image processing techniques used in ANPR systems.</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Traditional methods were sensitive to lighting, shadows, and environmental noise.</a:t>
                      </a:r>
                      <a:endParaRPr lang="en-IN" sz="1200" dirty="0">
                        <a:latin typeface="Georgia" panose="02040502050405020303" pitchFamily="18" charset="0"/>
                      </a:endParaRPr>
                    </a:p>
                  </a:txBody>
                  <a:tcPr anchor="ctr"/>
                </a:tc>
                <a:extLst>
                  <a:ext uri="{0D108BD9-81ED-4DB2-BD59-A6C34878D82A}">
                    <a16:rowId xmlns:a16="http://schemas.microsoft.com/office/drawing/2014/main" val="2223157282"/>
                  </a:ext>
                </a:extLst>
              </a:tr>
              <a:tr h="833737">
                <a:tc>
                  <a:txBody>
                    <a:bodyPr/>
                    <a:lstStyle/>
                    <a:p>
                      <a:pPr algn="ctr"/>
                      <a:r>
                        <a:rPr lang="en-US" sz="1200" dirty="0">
                          <a:latin typeface="Georgia" panose="02040502050405020303" pitchFamily="18" charset="0"/>
                        </a:rPr>
                        <a:t>2.</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Bangla License Plate Recognition Using Convolutional Neural Networks (CNN) [2]</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2018</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Proposed a CNN-based license plate recognition framework.</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CNN models improved recognition accuracy compared to traditional machine learning methods.</a:t>
                      </a:r>
                      <a:endParaRPr lang="en-IN" sz="1200" dirty="0">
                        <a:latin typeface="Georgia" panose="02040502050405020303" pitchFamily="18" charset="0"/>
                      </a:endParaRPr>
                    </a:p>
                  </a:txBody>
                  <a:tcPr anchor="ctr"/>
                </a:tc>
                <a:extLst>
                  <a:ext uri="{0D108BD9-81ED-4DB2-BD59-A6C34878D82A}">
                    <a16:rowId xmlns:a16="http://schemas.microsoft.com/office/drawing/2014/main" val="3140429723"/>
                  </a:ext>
                </a:extLst>
              </a:tr>
              <a:tr h="833737">
                <a:tc>
                  <a:txBody>
                    <a:bodyPr/>
                    <a:lstStyle/>
                    <a:p>
                      <a:pPr algn="ctr"/>
                      <a:r>
                        <a:rPr lang="en-US" sz="1200" dirty="0">
                          <a:latin typeface="Georgia" panose="02040502050405020303" pitchFamily="18" charset="0"/>
                        </a:rPr>
                        <a:t>3.</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Automatic License Plate Recognition System for Vehicles Using CNN [3]</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2021</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Developed an ANPR system using CNN for character recognition and preprocessing techniques.</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CNN-based systems achieved good recognition accuracy but required high computational resources.</a:t>
                      </a:r>
                      <a:endParaRPr lang="en-IN" sz="1200" dirty="0">
                        <a:latin typeface="Georgia" panose="02040502050405020303" pitchFamily="18" charset="0"/>
                      </a:endParaRPr>
                    </a:p>
                  </a:txBody>
                  <a:tcPr anchor="ctr"/>
                </a:tc>
                <a:extLst>
                  <a:ext uri="{0D108BD9-81ED-4DB2-BD59-A6C34878D82A}">
                    <a16:rowId xmlns:a16="http://schemas.microsoft.com/office/drawing/2014/main" val="3823724870"/>
                  </a:ext>
                </a:extLst>
              </a:tr>
              <a:tr h="833737">
                <a:tc>
                  <a:txBody>
                    <a:bodyPr/>
                    <a:lstStyle/>
                    <a:p>
                      <a:pPr algn="ctr"/>
                      <a:r>
                        <a:rPr lang="en-US" sz="1200" dirty="0">
                          <a:latin typeface="Georgia" panose="02040502050405020303" pitchFamily="18" charset="0"/>
                        </a:rPr>
                        <a:t>4.</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A Robust Real-Time Automatic License Plate Recognition Based on the YOLO Detector [4]</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2018</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Developed a YOLO-based ANPR system for real-time license plate detection.</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YOLO significantly improved detection speed and localization accuracy in real-world scenarios.</a:t>
                      </a:r>
                      <a:endParaRPr lang="en-IN" sz="1200" dirty="0">
                        <a:latin typeface="Georgia" panose="02040502050405020303" pitchFamily="18" charset="0"/>
                      </a:endParaRPr>
                    </a:p>
                  </a:txBody>
                  <a:tcPr anchor="ctr"/>
                </a:tc>
                <a:extLst>
                  <a:ext uri="{0D108BD9-81ED-4DB2-BD59-A6C34878D82A}">
                    <a16:rowId xmlns:a16="http://schemas.microsoft.com/office/drawing/2014/main" val="166168147"/>
                  </a:ext>
                </a:extLst>
              </a:tr>
              <a:tr h="966013">
                <a:tc>
                  <a:txBody>
                    <a:bodyPr/>
                    <a:lstStyle/>
                    <a:p>
                      <a:pPr algn="ctr"/>
                      <a:r>
                        <a:rPr lang="en-US" sz="1200" dirty="0">
                          <a:latin typeface="Georgia" panose="02040502050405020303" pitchFamily="18" charset="0"/>
                        </a:rPr>
                        <a:t>5.</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An Efficient and Layout-Independent Automatic License Plate Recognition System Based on the YOLO Detector [5]</a:t>
                      </a:r>
                      <a:endParaRPr lang="en-IN" sz="1200" dirty="0">
                        <a:latin typeface="Georgia" panose="02040502050405020303" pitchFamily="18" charset="0"/>
                      </a:endParaRPr>
                    </a:p>
                  </a:txBody>
                  <a:tcPr anchor="ctr"/>
                </a:tc>
                <a:tc>
                  <a:txBody>
                    <a:bodyPr/>
                    <a:lstStyle/>
                    <a:p>
                      <a:pPr algn="ctr"/>
                      <a:r>
                        <a:rPr lang="en-US" sz="1200" dirty="0">
                          <a:latin typeface="Georgia" panose="02040502050405020303" pitchFamily="18" charset="0"/>
                        </a:rPr>
                        <a:t>2019</a:t>
                      </a:r>
                      <a:endParaRPr lang="en-IN" sz="1200" dirty="0">
                        <a:latin typeface="Georgia" panose="02040502050405020303" pitchFamily="18" charset="0"/>
                      </a:endParaRPr>
                    </a:p>
                  </a:txBody>
                  <a:tcPr anchor="ctr"/>
                </a:tc>
                <a:tc>
                  <a:txBody>
                    <a:bodyPr/>
                    <a:lstStyle/>
                    <a:p>
                      <a:pPr algn="just">
                        <a:buNone/>
                      </a:pPr>
                      <a:r>
                        <a:rPr lang="en-US" sz="1200" dirty="0">
                          <a:latin typeface="Georgia" panose="02040502050405020303" pitchFamily="18" charset="0"/>
                        </a:rPr>
                        <a:t>Proposed a layout-independent ANPR system capable of handling multiple license plate formats.</a:t>
                      </a:r>
                      <a:endParaRPr lang="en-IN" sz="1200" dirty="0">
                        <a:latin typeface="Georgia" panose="02040502050405020303" pitchFamily="18" charset="0"/>
                      </a:endParaRPr>
                    </a:p>
                  </a:txBody>
                  <a:tcPr anchor="ctr"/>
                </a:tc>
                <a:tc>
                  <a:txBody>
                    <a:bodyPr/>
                    <a:lstStyle/>
                    <a:p>
                      <a:pPr algn="just"/>
                      <a:r>
                        <a:rPr lang="en-US" sz="1200" dirty="0">
                          <a:latin typeface="Georgia" panose="02040502050405020303" pitchFamily="18" charset="0"/>
                        </a:rPr>
                        <a:t>Improved recognition accuracy across different datasets and plate layouts.</a:t>
                      </a:r>
                      <a:endParaRPr lang="en-IN" sz="1200" dirty="0">
                        <a:latin typeface="Georgia" panose="02040502050405020303" pitchFamily="18" charset="0"/>
                      </a:endParaRPr>
                    </a:p>
                  </a:txBody>
                  <a:tcPr anchor="ctr"/>
                </a:tc>
                <a:extLst>
                  <a:ext uri="{0D108BD9-81ED-4DB2-BD59-A6C34878D82A}">
                    <a16:rowId xmlns:a16="http://schemas.microsoft.com/office/drawing/2014/main" val="2201428069"/>
                  </a:ext>
                </a:extLst>
              </a:tr>
            </a:tbl>
          </a:graphicData>
        </a:graphic>
      </p:graphicFrame>
      <p:sp>
        <p:nvSpPr>
          <p:cNvPr id="4" name="Slide Number Placeholder 3">
            <a:extLst>
              <a:ext uri="{FF2B5EF4-FFF2-40B4-BE49-F238E27FC236}">
                <a16:creationId xmlns:a16="http://schemas.microsoft.com/office/drawing/2014/main" id="{BE879C9D-5DD2-8FF4-5820-6AABD996742E}"/>
              </a:ext>
            </a:extLst>
          </p:cNvPr>
          <p:cNvSpPr>
            <a:spLocks noGrp="1"/>
          </p:cNvSpPr>
          <p:nvPr>
            <p:ph type="sldNum" sz="quarter" idx="12"/>
          </p:nvPr>
        </p:nvSpPr>
        <p:spPr/>
        <p:txBody>
          <a:bodyPr/>
          <a:lstStyle/>
          <a:p>
            <a:fld id="{97C92681-5E05-4BC6-8FED-AA8D56459978}" type="slidenum">
              <a:rPr lang="en-IN" smtClean="0"/>
              <a:t>5</a:t>
            </a:fld>
            <a:endParaRPr lang="en-IN"/>
          </a:p>
        </p:txBody>
      </p:sp>
      <p:sp>
        <p:nvSpPr>
          <p:cNvPr id="3" name="TextBox 2">
            <a:extLst>
              <a:ext uri="{FF2B5EF4-FFF2-40B4-BE49-F238E27FC236}">
                <a16:creationId xmlns:a16="http://schemas.microsoft.com/office/drawing/2014/main" id="{3C65CE3C-A7C6-2540-1403-4A7938DA5285}"/>
              </a:ext>
            </a:extLst>
          </p:cNvPr>
          <p:cNvSpPr txBox="1"/>
          <p:nvPr/>
        </p:nvSpPr>
        <p:spPr>
          <a:xfrm>
            <a:off x="3047223" y="6403785"/>
            <a:ext cx="6097554" cy="338554"/>
          </a:xfrm>
          <a:prstGeom prst="rect">
            <a:avLst/>
          </a:prstGeom>
          <a:noFill/>
        </p:spPr>
        <p:txBody>
          <a:bodyPr wrap="square">
            <a:spAutoFit/>
          </a:bodyPr>
          <a:lstStyle/>
          <a:p>
            <a:pPr algn="ctr"/>
            <a:r>
              <a:rPr lang="en-US" sz="1600" dirty="0">
                <a:latin typeface="Georgia" panose="02040502050405020303" pitchFamily="18" charset="0"/>
              </a:rPr>
              <a:t>Table 1 : Research Paper Findings</a:t>
            </a:r>
            <a:endParaRPr lang="en-IN" sz="1600" dirty="0">
              <a:latin typeface="Georgia" panose="02040502050405020303" pitchFamily="18" charset="0"/>
            </a:endParaRPr>
          </a:p>
        </p:txBody>
      </p:sp>
    </p:spTree>
    <p:extLst>
      <p:ext uri="{BB962C8B-B14F-4D97-AF65-F5344CB8AC3E}">
        <p14:creationId xmlns:p14="http://schemas.microsoft.com/office/powerpoint/2010/main" val="2833201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384A4-74F1-2C60-9996-7DDE39B01C82}"/>
              </a:ext>
            </a:extLst>
          </p:cNvPr>
          <p:cNvSpPr>
            <a:spLocks noGrp="1"/>
          </p:cNvSpPr>
          <p:nvPr>
            <p:ph type="title"/>
          </p:nvPr>
        </p:nvSpPr>
        <p:spPr/>
        <p:txBody>
          <a:bodyPr>
            <a:normAutofit/>
          </a:bodyPr>
          <a:lstStyle/>
          <a:p>
            <a:pPr algn="ctr"/>
            <a:r>
              <a:rPr lang="en-US" sz="3200" b="1" dirty="0">
                <a:latin typeface="Georgia" panose="02040502050405020303" pitchFamily="18" charset="0"/>
              </a:rPr>
              <a:t>PROBLEM STATEMENT</a:t>
            </a:r>
            <a:endParaRPr lang="en-IN" sz="3200" b="1" dirty="0">
              <a:latin typeface="Georgia" panose="02040502050405020303" pitchFamily="18" charset="0"/>
            </a:endParaRPr>
          </a:p>
        </p:txBody>
      </p:sp>
      <p:sp>
        <p:nvSpPr>
          <p:cNvPr id="3" name="Content Placeholder 2">
            <a:extLst>
              <a:ext uri="{FF2B5EF4-FFF2-40B4-BE49-F238E27FC236}">
                <a16:creationId xmlns:a16="http://schemas.microsoft.com/office/drawing/2014/main" id="{70AEEDFB-EDA3-B395-2D69-7E56BB9A122D}"/>
              </a:ext>
            </a:extLst>
          </p:cNvPr>
          <p:cNvSpPr>
            <a:spLocks noGrp="1"/>
          </p:cNvSpPr>
          <p:nvPr>
            <p:ph idx="1"/>
          </p:nvPr>
        </p:nvSpPr>
        <p:spPr>
          <a:xfrm>
            <a:off x="838200" y="1847850"/>
            <a:ext cx="10515600" cy="4351338"/>
          </a:xfrm>
        </p:spPr>
        <p:txBody>
          <a:bodyPr>
            <a:normAutofit/>
          </a:bodyPr>
          <a:lstStyle/>
          <a:p>
            <a:pPr algn="just"/>
            <a:r>
              <a:rPr lang="en-US" sz="2000" dirty="0">
                <a:latin typeface="Georgia" panose="02040502050405020303" pitchFamily="18" charset="0"/>
              </a:rPr>
              <a:t>Vehicle entry at the college main gate is currently not monitored through an automated system, making it difficult to identify and track vehicles efficiently. The absence of a proper monitoring mechanism can reduce security and make vehicle verification more challenging, especially when a large number of vehicles enter the campus.</a:t>
            </a:r>
          </a:p>
          <a:p>
            <a:pPr algn="just"/>
            <a:endParaRPr lang="en-US" sz="2000" dirty="0">
              <a:latin typeface="Georgia" panose="02040502050405020303" pitchFamily="18" charset="0"/>
            </a:endParaRPr>
          </a:p>
          <a:p>
            <a:pPr algn="just"/>
            <a:r>
              <a:rPr lang="en-US" sz="2000" dirty="0">
                <a:latin typeface="Georgia" panose="02040502050405020303" pitchFamily="18" charset="0"/>
              </a:rPr>
              <a:t>To address this issue, there is a need for an automated system capable of detecting and recognizing vehicle number plates in real time. An Automatic Number Plate Recognition (ANPR) system can help improve vehicle monitoring, support real-time surveillance, and enhance overall security at the college main gate while maintaining vehicle logs for security purposes.</a:t>
            </a:r>
          </a:p>
          <a:p>
            <a:pPr algn="just"/>
            <a:endParaRPr lang="en-IN" sz="2000" dirty="0">
              <a:latin typeface="Georgia" panose="02040502050405020303" pitchFamily="18" charset="0"/>
            </a:endParaRPr>
          </a:p>
        </p:txBody>
      </p:sp>
      <p:sp>
        <p:nvSpPr>
          <p:cNvPr id="4" name="Slide Number Placeholder 3">
            <a:extLst>
              <a:ext uri="{FF2B5EF4-FFF2-40B4-BE49-F238E27FC236}">
                <a16:creationId xmlns:a16="http://schemas.microsoft.com/office/drawing/2014/main" id="{F0CB1FAC-FDC5-24E8-B0E7-F0527E0B0D63}"/>
              </a:ext>
            </a:extLst>
          </p:cNvPr>
          <p:cNvSpPr>
            <a:spLocks noGrp="1"/>
          </p:cNvSpPr>
          <p:nvPr>
            <p:ph type="sldNum" sz="quarter" idx="12"/>
          </p:nvPr>
        </p:nvSpPr>
        <p:spPr/>
        <p:txBody>
          <a:bodyPr/>
          <a:lstStyle/>
          <a:p>
            <a:fld id="{97C92681-5E05-4BC6-8FED-AA8D56459978}" type="slidenum">
              <a:rPr lang="en-IN" smtClean="0"/>
              <a:t>6</a:t>
            </a:fld>
            <a:endParaRPr lang="en-IN"/>
          </a:p>
        </p:txBody>
      </p:sp>
    </p:spTree>
    <p:extLst>
      <p:ext uri="{BB962C8B-B14F-4D97-AF65-F5344CB8AC3E}">
        <p14:creationId xmlns:p14="http://schemas.microsoft.com/office/powerpoint/2010/main" val="3892608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6FE1-A5C0-FFBA-0220-9DF1865D631C}"/>
              </a:ext>
            </a:extLst>
          </p:cNvPr>
          <p:cNvSpPr>
            <a:spLocks noGrp="1"/>
          </p:cNvSpPr>
          <p:nvPr>
            <p:ph type="title"/>
          </p:nvPr>
        </p:nvSpPr>
        <p:spPr>
          <a:xfrm>
            <a:off x="550333" y="138921"/>
            <a:ext cx="11091333" cy="971272"/>
          </a:xfrm>
        </p:spPr>
        <p:txBody>
          <a:bodyPr>
            <a:normAutofit/>
          </a:bodyPr>
          <a:lstStyle/>
          <a:p>
            <a:pPr algn="ctr"/>
            <a:r>
              <a:rPr lang="en-US" sz="3200" b="1" dirty="0">
                <a:latin typeface="Georgia" panose="02040502050405020303" pitchFamily="18" charset="0"/>
                <a:cs typeface="Times New Roman" panose="02020603050405020304" pitchFamily="18" charset="0"/>
              </a:rPr>
              <a:t>PROPOSED METHODOLOGY</a:t>
            </a:r>
            <a:endParaRPr lang="en-IN" sz="3200" dirty="0">
              <a:latin typeface="Georgia" panose="02040502050405020303" pitchFamily="18" charset="0"/>
            </a:endParaRPr>
          </a:p>
        </p:txBody>
      </p:sp>
      <p:sp>
        <p:nvSpPr>
          <p:cNvPr id="3" name="Content Placeholder 2">
            <a:extLst>
              <a:ext uri="{FF2B5EF4-FFF2-40B4-BE49-F238E27FC236}">
                <a16:creationId xmlns:a16="http://schemas.microsoft.com/office/drawing/2014/main" id="{8875A188-2852-FE4B-ACB3-F80D6C1EE8A3}"/>
              </a:ext>
            </a:extLst>
          </p:cNvPr>
          <p:cNvSpPr>
            <a:spLocks noGrp="1"/>
          </p:cNvSpPr>
          <p:nvPr>
            <p:ph idx="1"/>
          </p:nvPr>
        </p:nvSpPr>
        <p:spPr>
          <a:xfrm>
            <a:off x="738401" y="1312334"/>
            <a:ext cx="8348133" cy="4639733"/>
          </a:xfrm>
        </p:spPr>
        <p:txBody>
          <a:bodyPr anchor="ctr">
            <a:noAutofit/>
          </a:bodyPr>
          <a:lstStyle/>
          <a:p>
            <a:pPr marL="0" indent="0" algn="just">
              <a:buNone/>
            </a:pPr>
            <a:r>
              <a:rPr lang="en-US" sz="1700" b="1" dirty="0">
                <a:latin typeface="Georgia" panose="02040502050405020303" pitchFamily="18" charset="0"/>
                <a:cs typeface="Times New Roman" panose="02020603050405020304" pitchFamily="18" charset="0"/>
              </a:rPr>
              <a:t>Step-by-Step Workflow:</a:t>
            </a:r>
            <a:endParaRPr lang="en-US" sz="1700" dirty="0">
              <a:latin typeface="Georgia" panose="02040502050405020303" pitchFamily="18" charset="0"/>
              <a:cs typeface="Times New Roman" panose="02020603050405020304" pitchFamily="18" charset="0"/>
            </a:endParaRPr>
          </a:p>
          <a:p>
            <a:pPr marL="342900" indent="-342900" algn="just">
              <a:buAutoNum type="arabicPeriod"/>
            </a:pPr>
            <a:r>
              <a:rPr lang="en-US" sz="1700" b="1" dirty="0">
                <a:latin typeface="Georgia" panose="02040502050405020303" pitchFamily="18" charset="0"/>
                <a:cs typeface="Times New Roman" panose="02020603050405020304" pitchFamily="18" charset="0"/>
              </a:rPr>
              <a:t>Image/Video Capture: </a:t>
            </a:r>
            <a:r>
              <a:rPr lang="en-US" sz="1700" dirty="0">
                <a:latin typeface="Georgia" panose="02040502050405020303" pitchFamily="18" charset="0"/>
                <a:cs typeface="Times New Roman" panose="02020603050405020304" pitchFamily="18" charset="0"/>
              </a:rPr>
              <a:t>Capture input from a camera installed at the college main gate for real-time monitoring.</a:t>
            </a:r>
          </a:p>
          <a:p>
            <a:pPr marL="342900" indent="-342900" algn="just">
              <a:buAutoNum type="arabicPeriod"/>
            </a:pPr>
            <a:r>
              <a:rPr lang="en-US" sz="1700" b="1" dirty="0">
                <a:latin typeface="Georgia" panose="02040502050405020303" pitchFamily="18" charset="0"/>
                <a:cs typeface="Times New Roman" panose="02020603050405020304" pitchFamily="18" charset="0"/>
              </a:rPr>
              <a:t>Number Plate Detection: </a:t>
            </a:r>
            <a:r>
              <a:rPr lang="en-US" sz="1700" dirty="0">
                <a:latin typeface="Georgia" panose="02040502050405020303" pitchFamily="18" charset="0"/>
                <a:cs typeface="Times New Roman" panose="02020603050405020304" pitchFamily="18" charset="0"/>
              </a:rPr>
              <a:t>Use a trained YOLOv8 deep learning model to detect and localize the number plate in the frame with high accuracy.</a:t>
            </a:r>
          </a:p>
          <a:p>
            <a:pPr marL="342900" indent="-342900" algn="just">
              <a:buAutoNum type="arabicPeriod"/>
            </a:pPr>
            <a:r>
              <a:rPr lang="en-US" sz="1700" b="1" dirty="0">
                <a:latin typeface="Georgia" panose="02040502050405020303" pitchFamily="18" charset="0"/>
                <a:cs typeface="Times New Roman" panose="02020603050405020304" pitchFamily="18" charset="0"/>
              </a:rPr>
              <a:t>Plate Region Extraction: </a:t>
            </a:r>
            <a:r>
              <a:rPr lang="en-US" sz="1700" dirty="0">
                <a:latin typeface="Georgia" panose="02040502050405020303" pitchFamily="18" charset="0"/>
                <a:cs typeface="Times New Roman" panose="02020603050405020304" pitchFamily="18" charset="0"/>
              </a:rPr>
              <a:t>Crop the detected number plate region (ROI) from the image for further processing.</a:t>
            </a:r>
          </a:p>
          <a:p>
            <a:pPr marL="342900" indent="-342900" algn="just">
              <a:buAutoNum type="arabicPeriod"/>
            </a:pPr>
            <a:r>
              <a:rPr lang="en-US" sz="1700" b="1" dirty="0">
                <a:latin typeface="Georgia" panose="02040502050405020303" pitchFamily="18" charset="0"/>
                <a:cs typeface="Times New Roman" panose="02020603050405020304" pitchFamily="18" charset="0"/>
              </a:rPr>
              <a:t>Text Recognition (OCR): </a:t>
            </a:r>
            <a:r>
              <a:rPr lang="en-US" sz="1700" dirty="0">
                <a:latin typeface="Georgia" panose="02040502050405020303" pitchFamily="18" charset="0"/>
                <a:cs typeface="Times New Roman" panose="02020603050405020304" pitchFamily="18" charset="0"/>
              </a:rPr>
              <a:t>Apply EasyOCR to extract alphanumeric characters from the cropped number plate.</a:t>
            </a:r>
          </a:p>
          <a:p>
            <a:pPr marL="342900" indent="-342900" algn="just">
              <a:buAutoNum type="arabicPeriod"/>
            </a:pPr>
            <a:r>
              <a:rPr lang="en-US" sz="1700" b="1" dirty="0">
                <a:latin typeface="Georgia" panose="02040502050405020303" pitchFamily="18" charset="0"/>
                <a:cs typeface="Times New Roman" panose="02020603050405020304" pitchFamily="18" charset="0"/>
              </a:rPr>
              <a:t>Text Post-Processing: </a:t>
            </a:r>
            <a:r>
              <a:rPr lang="en-US" sz="1700" dirty="0">
                <a:latin typeface="Georgia" panose="02040502050405020303" pitchFamily="18" charset="0"/>
                <a:cs typeface="Times New Roman" panose="02020603050405020304" pitchFamily="18" charset="0"/>
              </a:rPr>
              <a:t>Clean and format the extracted text using regular expressions to match standard Indian number plate formats.</a:t>
            </a:r>
          </a:p>
          <a:p>
            <a:pPr marL="342900" indent="-342900" algn="just">
              <a:buAutoNum type="arabicPeriod"/>
            </a:pPr>
            <a:r>
              <a:rPr lang="en-US" sz="1700" b="1" dirty="0">
                <a:latin typeface="Georgia" panose="02040502050405020303" pitchFamily="18" charset="0"/>
                <a:cs typeface="Times New Roman" panose="02020603050405020304" pitchFamily="18" charset="0"/>
              </a:rPr>
              <a:t>Output &amp; Logging: </a:t>
            </a:r>
            <a:r>
              <a:rPr lang="en-US" sz="1700" dirty="0">
                <a:latin typeface="Georgia" panose="02040502050405020303" pitchFamily="18" charset="0"/>
                <a:cs typeface="Times New Roman" panose="02020603050405020304" pitchFamily="18" charset="0"/>
              </a:rPr>
              <a:t>Display the detected plate number and store it with timestamp for entry monitoring and record keeping at the college gate.</a:t>
            </a:r>
            <a:endParaRPr lang="en-IN" sz="1700" dirty="0">
              <a:latin typeface="Georgia" panose="02040502050405020303" pitchFamily="18" charset="0"/>
              <a:cs typeface="Times New Roman" panose="02020603050405020304" pitchFamily="18" charset="0"/>
            </a:endParaRPr>
          </a:p>
        </p:txBody>
      </p:sp>
      <p:sp>
        <p:nvSpPr>
          <p:cNvPr id="12" name="Slide Number Placeholder 11">
            <a:extLst>
              <a:ext uri="{FF2B5EF4-FFF2-40B4-BE49-F238E27FC236}">
                <a16:creationId xmlns:a16="http://schemas.microsoft.com/office/drawing/2014/main" id="{6CE0228D-BC98-7980-8A03-24BC5762223F}"/>
              </a:ext>
            </a:extLst>
          </p:cNvPr>
          <p:cNvSpPr>
            <a:spLocks noGrp="1"/>
          </p:cNvSpPr>
          <p:nvPr>
            <p:ph type="sldNum" sz="quarter" idx="12"/>
          </p:nvPr>
        </p:nvSpPr>
        <p:spPr/>
        <p:txBody>
          <a:bodyPr/>
          <a:lstStyle/>
          <a:p>
            <a:fld id="{97C92681-5E05-4BC6-8FED-AA8D56459978}" type="slidenum">
              <a:rPr lang="en-IN" smtClean="0"/>
              <a:t>7</a:t>
            </a:fld>
            <a:endParaRPr lang="en-IN" dirty="0"/>
          </a:p>
        </p:txBody>
      </p:sp>
      <p:sp>
        <p:nvSpPr>
          <p:cNvPr id="4" name="TextBox 3">
            <a:extLst>
              <a:ext uri="{FF2B5EF4-FFF2-40B4-BE49-F238E27FC236}">
                <a16:creationId xmlns:a16="http://schemas.microsoft.com/office/drawing/2014/main" id="{CC04EBE1-83A8-4658-929E-FAD9F2187FC6}"/>
              </a:ext>
            </a:extLst>
          </p:cNvPr>
          <p:cNvSpPr txBox="1"/>
          <p:nvPr/>
        </p:nvSpPr>
        <p:spPr>
          <a:xfrm>
            <a:off x="9183140" y="5432576"/>
            <a:ext cx="2090058" cy="276999"/>
          </a:xfrm>
          <a:prstGeom prst="rect">
            <a:avLst/>
          </a:prstGeom>
          <a:noFill/>
        </p:spPr>
        <p:txBody>
          <a:bodyPr wrap="square" rtlCol="0">
            <a:spAutoFit/>
          </a:bodyPr>
          <a:lstStyle/>
          <a:p>
            <a:pPr algn="ctr"/>
            <a:r>
              <a:rPr lang="en-US" sz="1200" dirty="0">
                <a:latin typeface="Georgia" panose="02040502050405020303" pitchFamily="18" charset="0"/>
              </a:rPr>
              <a:t>Fig. 1 : Solution Workflow </a:t>
            </a:r>
            <a:endParaRPr lang="en-IN" sz="1200" dirty="0">
              <a:latin typeface="Georgia" panose="02040502050405020303" pitchFamily="18" charset="0"/>
            </a:endParaRPr>
          </a:p>
        </p:txBody>
      </p:sp>
      <p:pic>
        <p:nvPicPr>
          <p:cNvPr id="7" name="Picture 6">
            <a:extLst>
              <a:ext uri="{FF2B5EF4-FFF2-40B4-BE49-F238E27FC236}">
                <a16:creationId xmlns:a16="http://schemas.microsoft.com/office/drawing/2014/main" id="{D299648A-6027-0BE5-5B4D-D52C2AFD313F}"/>
              </a:ext>
            </a:extLst>
          </p:cNvPr>
          <p:cNvPicPr>
            <a:picLocks noChangeAspect="1"/>
          </p:cNvPicPr>
          <p:nvPr/>
        </p:nvPicPr>
        <p:blipFill>
          <a:blip r:embed="rId2"/>
          <a:stretch>
            <a:fillRect/>
          </a:stretch>
        </p:blipFill>
        <p:spPr>
          <a:xfrm>
            <a:off x="9366798" y="1831823"/>
            <a:ext cx="1722743" cy="3600753"/>
          </a:xfrm>
          <a:prstGeom prst="rect">
            <a:avLst/>
          </a:prstGeom>
        </p:spPr>
      </p:pic>
    </p:spTree>
    <p:extLst>
      <p:ext uri="{BB962C8B-B14F-4D97-AF65-F5344CB8AC3E}">
        <p14:creationId xmlns:p14="http://schemas.microsoft.com/office/powerpoint/2010/main" val="3339192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FC808-9C9B-EA98-9323-C0BB41690FA5}"/>
              </a:ext>
            </a:extLst>
          </p:cNvPr>
          <p:cNvSpPr>
            <a:spLocks noGrp="1"/>
          </p:cNvSpPr>
          <p:nvPr>
            <p:ph type="title"/>
          </p:nvPr>
        </p:nvSpPr>
        <p:spPr>
          <a:xfrm>
            <a:off x="838200" y="136525"/>
            <a:ext cx="10515600" cy="1325563"/>
          </a:xfrm>
        </p:spPr>
        <p:txBody>
          <a:bodyPr>
            <a:normAutofit/>
          </a:bodyPr>
          <a:lstStyle/>
          <a:p>
            <a:pPr algn="ctr"/>
            <a:r>
              <a:rPr lang="en-IN" sz="3200" b="1" dirty="0">
                <a:latin typeface="Georgia" panose="02040502050405020303" pitchFamily="18" charset="0"/>
              </a:rPr>
              <a:t>DATASET DESCRIPTION</a:t>
            </a:r>
          </a:p>
        </p:txBody>
      </p:sp>
      <p:graphicFrame>
        <p:nvGraphicFramePr>
          <p:cNvPr id="5" name="Content Placeholder 4">
            <a:extLst>
              <a:ext uri="{FF2B5EF4-FFF2-40B4-BE49-F238E27FC236}">
                <a16:creationId xmlns:a16="http://schemas.microsoft.com/office/drawing/2014/main" id="{B19166C1-9F63-73C2-F6B8-A77CFFF1CA8B}"/>
              </a:ext>
            </a:extLst>
          </p:cNvPr>
          <p:cNvGraphicFramePr>
            <a:graphicFrameLocks noGrp="1"/>
          </p:cNvGraphicFramePr>
          <p:nvPr>
            <p:ph idx="1"/>
            <p:extLst>
              <p:ext uri="{D42A27DB-BD31-4B8C-83A1-F6EECF244321}">
                <p14:modId xmlns:p14="http://schemas.microsoft.com/office/powerpoint/2010/main" val="2730897288"/>
              </p:ext>
            </p:extLst>
          </p:nvPr>
        </p:nvGraphicFramePr>
        <p:xfrm>
          <a:off x="783381" y="2059355"/>
          <a:ext cx="10625236" cy="3381619"/>
        </p:xfrm>
        <a:graphic>
          <a:graphicData uri="http://schemas.openxmlformats.org/drawingml/2006/table">
            <a:tbl>
              <a:tblPr firstRow="1" bandRow="1">
                <a:tableStyleId>{8799B23B-EC83-4686-B30A-512413B5E67A}</a:tableStyleId>
              </a:tblPr>
              <a:tblGrid>
                <a:gridCol w="5312618">
                  <a:extLst>
                    <a:ext uri="{9D8B030D-6E8A-4147-A177-3AD203B41FA5}">
                      <a16:colId xmlns:a16="http://schemas.microsoft.com/office/drawing/2014/main" val="913252187"/>
                    </a:ext>
                  </a:extLst>
                </a:gridCol>
                <a:gridCol w="5312618">
                  <a:extLst>
                    <a:ext uri="{9D8B030D-6E8A-4147-A177-3AD203B41FA5}">
                      <a16:colId xmlns:a16="http://schemas.microsoft.com/office/drawing/2014/main" val="3308392713"/>
                    </a:ext>
                  </a:extLst>
                </a:gridCol>
              </a:tblGrid>
              <a:tr h="447821">
                <a:tc>
                  <a:txBody>
                    <a:bodyPr/>
                    <a:lstStyle/>
                    <a:p>
                      <a:pPr algn="ctr"/>
                      <a:r>
                        <a:rPr lang="en-US" sz="2000" dirty="0">
                          <a:latin typeface="Georgia" panose="02040502050405020303" pitchFamily="18" charset="0"/>
                        </a:rPr>
                        <a:t>Parameter</a:t>
                      </a:r>
                      <a:endParaRPr lang="en-IN" sz="1800" dirty="0">
                        <a:latin typeface="Georgia" panose="02040502050405020303" pitchFamily="18" charset="0"/>
                      </a:endParaRPr>
                    </a:p>
                  </a:txBody>
                  <a:tcPr anchor="ctr"/>
                </a:tc>
                <a:tc>
                  <a:txBody>
                    <a:bodyPr/>
                    <a:lstStyle/>
                    <a:p>
                      <a:pPr algn="ctr"/>
                      <a:r>
                        <a:rPr lang="en-US" sz="2000" dirty="0">
                          <a:latin typeface="Georgia" panose="02040502050405020303" pitchFamily="18" charset="0"/>
                        </a:rPr>
                        <a:t>Description</a:t>
                      </a:r>
                      <a:endParaRPr lang="en-IN" sz="1800" dirty="0">
                        <a:latin typeface="Georgia" panose="02040502050405020303" pitchFamily="18" charset="0"/>
                      </a:endParaRPr>
                    </a:p>
                  </a:txBody>
                  <a:tcPr anchor="ctr"/>
                </a:tc>
                <a:extLst>
                  <a:ext uri="{0D108BD9-81ED-4DB2-BD59-A6C34878D82A}">
                    <a16:rowId xmlns:a16="http://schemas.microsoft.com/office/drawing/2014/main" val="555358249"/>
                  </a:ext>
                </a:extLst>
              </a:tr>
              <a:tr h="419114">
                <a:tc>
                  <a:txBody>
                    <a:bodyPr/>
                    <a:lstStyle/>
                    <a:p>
                      <a:pPr algn="l"/>
                      <a:r>
                        <a:rPr lang="en-US" sz="1600" dirty="0">
                          <a:latin typeface="Georgia" panose="02040502050405020303" pitchFamily="18" charset="0"/>
                        </a:rPr>
                        <a:t>Size</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~4000 Images</a:t>
                      </a:r>
                      <a:endParaRPr lang="en-IN" sz="1600" dirty="0">
                        <a:latin typeface="Georgia" panose="02040502050405020303" pitchFamily="18" charset="0"/>
                      </a:endParaRPr>
                    </a:p>
                  </a:txBody>
                  <a:tcPr anchor="ctr"/>
                </a:tc>
                <a:extLst>
                  <a:ext uri="{0D108BD9-81ED-4DB2-BD59-A6C34878D82A}">
                    <a16:rowId xmlns:a16="http://schemas.microsoft.com/office/drawing/2014/main" val="3162647141"/>
                  </a:ext>
                </a:extLst>
              </a:tr>
              <a:tr h="419114">
                <a:tc>
                  <a:txBody>
                    <a:bodyPr/>
                    <a:lstStyle/>
                    <a:p>
                      <a:pPr algn="l"/>
                      <a:r>
                        <a:rPr lang="en-US" sz="1600" dirty="0">
                          <a:latin typeface="Georgia" panose="02040502050405020303" pitchFamily="18" charset="0"/>
                        </a:rPr>
                        <a:t>Image Resolution</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640 X 640</a:t>
                      </a:r>
                      <a:endParaRPr lang="en-IN" sz="1600" dirty="0">
                        <a:latin typeface="Georgia" panose="02040502050405020303" pitchFamily="18" charset="0"/>
                      </a:endParaRPr>
                    </a:p>
                  </a:txBody>
                  <a:tcPr anchor="ctr"/>
                </a:tc>
                <a:extLst>
                  <a:ext uri="{0D108BD9-81ED-4DB2-BD59-A6C34878D82A}">
                    <a16:rowId xmlns:a16="http://schemas.microsoft.com/office/drawing/2014/main" val="2063034386"/>
                  </a:ext>
                </a:extLst>
              </a:tr>
              <a:tr h="419114">
                <a:tc>
                  <a:txBody>
                    <a:bodyPr/>
                    <a:lstStyle/>
                    <a:p>
                      <a:pPr algn="l"/>
                      <a:r>
                        <a:rPr lang="en-US" sz="1600" dirty="0">
                          <a:latin typeface="Georgia" panose="02040502050405020303" pitchFamily="18" charset="0"/>
                        </a:rPr>
                        <a:t>Annotation Format</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YOLO</a:t>
                      </a:r>
                      <a:endParaRPr lang="en-IN" sz="1600" dirty="0">
                        <a:latin typeface="Georgia" panose="02040502050405020303" pitchFamily="18" charset="0"/>
                      </a:endParaRPr>
                    </a:p>
                  </a:txBody>
                  <a:tcPr anchor="ctr"/>
                </a:tc>
                <a:extLst>
                  <a:ext uri="{0D108BD9-81ED-4DB2-BD59-A6C34878D82A}">
                    <a16:rowId xmlns:a16="http://schemas.microsoft.com/office/drawing/2014/main" val="1787909251"/>
                  </a:ext>
                </a:extLst>
              </a:tr>
              <a:tr h="419114">
                <a:tc>
                  <a:txBody>
                    <a:bodyPr/>
                    <a:lstStyle/>
                    <a:p>
                      <a:pPr algn="l"/>
                      <a:r>
                        <a:rPr lang="en-US" sz="1600" dirty="0">
                          <a:latin typeface="Georgia" panose="02040502050405020303" pitchFamily="18" charset="0"/>
                        </a:rPr>
                        <a:t>Training Set</a:t>
                      </a:r>
                      <a:endParaRPr lang="en-IN" sz="1600" dirty="0">
                        <a:latin typeface="Georgia" panose="02040502050405020303" pitchFamily="18" charset="0"/>
                      </a:endParaRPr>
                    </a:p>
                  </a:txBody>
                  <a:tcPr anchor="ctr"/>
                </a:tc>
                <a:tc>
                  <a:txBody>
                    <a:bodyPr/>
                    <a:lstStyle/>
                    <a:p>
                      <a:pPr>
                        <a:buNone/>
                      </a:pPr>
                      <a:r>
                        <a:rPr lang="en-US" sz="1600" dirty="0">
                          <a:latin typeface="Georgia" panose="02040502050405020303" pitchFamily="18" charset="0"/>
                        </a:rPr>
                        <a:t>3430 Images</a:t>
                      </a:r>
                      <a:endParaRPr lang="en-IN" sz="1600" dirty="0">
                        <a:latin typeface="Georgia" panose="02040502050405020303" pitchFamily="18" charset="0"/>
                      </a:endParaRPr>
                    </a:p>
                  </a:txBody>
                  <a:tcPr anchor="ctr"/>
                </a:tc>
                <a:extLst>
                  <a:ext uri="{0D108BD9-81ED-4DB2-BD59-A6C34878D82A}">
                    <a16:rowId xmlns:a16="http://schemas.microsoft.com/office/drawing/2014/main" val="2062881435"/>
                  </a:ext>
                </a:extLst>
              </a:tr>
              <a:tr h="419114">
                <a:tc>
                  <a:txBody>
                    <a:bodyPr/>
                    <a:lstStyle/>
                    <a:p>
                      <a:pPr algn="l"/>
                      <a:r>
                        <a:rPr lang="en-US" sz="1600" dirty="0">
                          <a:latin typeface="Georgia" panose="02040502050405020303" pitchFamily="18" charset="0"/>
                        </a:rPr>
                        <a:t>Validation Set</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330 Images</a:t>
                      </a:r>
                      <a:endParaRPr lang="en-IN" sz="1600" dirty="0">
                        <a:latin typeface="Georgia" panose="02040502050405020303" pitchFamily="18" charset="0"/>
                      </a:endParaRPr>
                    </a:p>
                  </a:txBody>
                  <a:tcPr anchor="ctr"/>
                </a:tc>
                <a:extLst>
                  <a:ext uri="{0D108BD9-81ED-4DB2-BD59-A6C34878D82A}">
                    <a16:rowId xmlns:a16="http://schemas.microsoft.com/office/drawing/2014/main" val="1436796313"/>
                  </a:ext>
                </a:extLst>
              </a:tr>
              <a:tr h="419114">
                <a:tc>
                  <a:txBody>
                    <a:bodyPr/>
                    <a:lstStyle/>
                    <a:p>
                      <a:pPr algn="l"/>
                      <a:r>
                        <a:rPr lang="en-US" sz="1600" dirty="0">
                          <a:latin typeface="Georgia" panose="02040502050405020303" pitchFamily="18" charset="0"/>
                        </a:rPr>
                        <a:t>Test Set</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164 Images</a:t>
                      </a:r>
                      <a:endParaRPr lang="en-IN" sz="1600" dirty="0">
                        <a:latin typeface="Georgia" panose="02040502050405020303" pitchFamily="18" charset="0"/>
                      </a:endParaRPr>
                    </a:p>
                  </a:txBody>
                  <a:tcPr anchor="ctr"/>
                </a:tc>
                <a:extLst>
                  <a:ext uri="{0D108BD9-81ED-4DB2-BD59-A6C34878D82A}">
                    <a16:rowId xmlns:a16="http://schemas.microsoft.com/office/drawing/2014/main" val="308773512"/>
                  </a:ext>
                </a:extLst>
              </a:tr>
              <a:tr h="419114">
                <a:tc>
                  <a:txBody>
                    <a:bodyPr/>
                    <a:lstStyle/>
                    <a:p>
                      <a:pPr algn="l"/>
                      <a:r>
                        <a:rPr lang="en-US" sz="1600" dirty="0">
                          <a:latin typeface="Georgia" panose="02040502050405020303" pitchFamily="18" charset="0"/>
                        </a:rPr>
                        <a:t>Preprocessing</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Auto Orientation, Brightness Adjustment</a:t>
                      </a:r>
                      <a:endParaRPr lang="en-IN" sz="1600" dirty="0">
                        <a:latin typeface="Georgia" panose="02040502050405020303" pitchFamily="18" charset="0"/>
                      </a:endParaRPr>
                    </a:p>
                  </a:txBody>
                  <a:tcPr anchor="ctr"/>
                </a:tc>
                <a:extLst>
                  <a:ext uri="{0D108BD9-81ED-4DB2-BD59-A6C34878D82A}">
                    <a16:rowId xmlns:a16="http://schemas.microsoft.com/office/drawing/2014/main" val="2994439592"/>
                  </a:ext>
                </a:extLst>
              </a:tr>
            </a:tbl>
          </a:graphicData>
        </a:graphic>
      </p:graphicFrame>
      <p:sp>
        <p:nvSpPr>
          <p:cNvPr id="4" name="Slide Number Placeholder 3">
            <a:extLst>
              <a:ext uri="{FF2B5EF4-FFF2-40B4-BE49-F238E27FC236}">
                <a16:creationId xmlns:a16="http://schemas.microsoft.com/office/drawing/2014/main" id="{E7C573B4-B425-AD71-24AE-6C9B67B9B8BA}"/>
              </a:ext>
            </a:extLst>
          </p:cNvPr>
          <p:cNvSpPr>
            <a:spLocks noGrp="1"/>
          </p:cNvSpPr>
          <p:nvPr>
            <p:ph type="sldNum" sz="quarter" idx="12"/>
          </p:nvPr>
        </p:nvSpPr>
        <p:spPr/>
        <p:txBody>
          <a:bodyPr/>
          <a:lstStyle/>
          <a:p>
            <a:fld id="{97C92681-5E05-4BC6-8FED-AA8D56459978}" type="slidenum">
              <a:rPr lang="en-IN" smtClean="0"/>
              <a:t>8</a:t>
            </a:fld>
            <a:endParaRPr lang="en-IN"/>
          </a:p>
        </p:txBody>
      </p:sp>
      <p:sp>
        <p:nvSpPr>
          <p:cNvPr id="3" name="TextBox 2">
            <a:extLst>
              <a:ext uri="{FF2B5EF4-FFF2-40B4-BE49-F238E27FC236}">
                <a16:creationId xmlns:a16="http://schemas.microsoft.com/office/drawing/2014/main" id="{C4D9357D-FE37-0963-684F-05FB237209CC}"/>
              </a:ext>
            </a:extLst>
          </p:cNvPr>
          <p:cNvSpPr txBox="1"/>
          <p:nvPr/>
        </p:nvSpPr>
        <p:spPr>
          <a:xfrm>
            <a:off x="1663959" y="1410864"/>
            <a:ext cx="8864081" cy="369332"/>
          </a:xfrm>
          <a:prstGeom prst="rect">
            <a:avLst/>
          </a:prstGeom>
          <a:noFill/>
        </p:spPr>
        <p:txBody>
          <a:bodyPr wrap="square" rtlCol="0">
            <a:spAutoFit/>
          </a:bodyPr>
          <a:lstStyle/>
          <a:p>
            <a:pPr algn="ctr"/>
            <a:r>
              <a:rPr lang="en-US" dirty="0">
                <a:latin typeface="Georgia" panose="02040502050405020303" pitchFamily="18" charset="0"/>
              </a:rPr>
              <a:t>Dataset</a:t>
            </a:r>
            <a:r>
              <a:rPr lang="en-IN" dirty="0">
                <a:latin typeface="Georgia" panose="02040502050405020303" pitchFamily="18" charset="0"/>
              </a:rPr>
              <a:t> : </a:t>
            </a:r>
            <a:r>
              <a:rPr lang="en-US" dirty="0">
                <a:latin typeface="Georgia" panose="02040502050405020303" pitchFamily="18" charset="0"/>
                <a:hlinkClick r:id="rId2"/>
              </a:rPr>
              <a:t>Indian License Plate Dataset</a:t>
            </a:r>
            <a:r>
              <a:rPr lang="en-IN" dirty="0">
                <a:latin typeface="Georgia" panose="02040502050405020303" pitchFamily="18" charset="0"/>
              </a:rPr>
              <a:t> </a:t>
            </a:r>
          </a:p>
        </p:txBody>
      </p:sp>
      <p:sp>
        <p:nvSpPr>
          <p:cNvPr id="8" name="TextBox 7">
            <a:extLst>
              <a:ext uri="{FF2B5EF4-FFF2-40B4-BE49-F238E27FC236}">
                <a16:creationId xmlns:a16="http://schemas.microsoft.com/office/drawing/2014/main" id="{EBB8CB87-3DF6-FF33-8624-CBFE051E5FF5}"/>
              </a:ext>
            </a:extLst>
          </p:cNvPr>
          <p:cNvSpPr txBox="1"/>
          <p:nvPr/>
        </p:nvSpPr>
        <p:spPr>
          <a:xfrm>
            <a:off x="3047222" y="5529330"/>
            <a:ext cx="6097554" cy="338554"/>
          </a:xfrm>
          <a:prstGeom prst="rect">
            <a:avLst/>
          </a:prstGeom>
          <a:noFill/>
        </p:spPr>
        <p:txBody>
          <a:bodyPr wrap="square">
            <a:spAutoFit/>
          </a:bodyPr>
          <a:lstStyle/>
          <a:p>
            <a:pPr algn="ctr"/>
            <a:r>
              <a:rPr lang="en-US" sz="1600" dirty="0">
                <a:latin typeface="Georgia" panose="02040502050405020303" pitchFamily="18" charset="0"/>
              </a:rPr>
              <a:t>Table 2 : Dataset Description</a:t>
            </a:r>
            <a:endParaRPr lang="en-IN" sz="1600" dirty="0">
              <a:latin typeface="Georgia" panose="02040502050405020303" pitchFamily="18" charset="0"/>
            </a:endParaRPr>
          </a:p>
        </p:txBody>
      </p:sp>
    </p:spTree>
    <p:extLst>
      <p:ext uri="{BB962C8B-B14F-4D97-AF65-F5344CB8AC3E}">
        <p14:creationId xmlns:p14="http://schemas.microsoft.com/office/powerpoint/2010/main" val="3132778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29C20-DDCC-2885-DD7F-E2E16729AA7E}"/>
              </a:ext>
            </a:extLst>
          </p:cNvPr>
          <p:cNvSpPr>
            <a:spLocks noGrp="1"/>
          </p:cNvSpPr>
          <p:nvPr>
            <p:ph type="title"/>
          </p:nvPr>
        </p:nvSpPr>
        <p:spPr>
          <a:xfrm>
            <a:off x="452453" y="336252"/>
            <a:ext cx="11287094" cy="1016064"/>
          </a:xfrm>
        </p:spPr>
        <p:txBody>
          <a:bodyPr>
            <a:noAutofit/>
          </a:bodyPr>
          <a:lstStyle/>
          <a:p>
            <a:pPr algn="ctr"/>
            <a:r>
              <a:rPr lang="en-IN" sz="3200" b="1" dirty="0">
                <a:latin typeface="Georgia" panose="02040502050405020303" pitchFamily="18" charset="0"/>
                <a:cs typeface="Times New Roman" panose="02020603050405020304" pitchFamily="18" charset="0"/>
              </a:rPr>
              <a:t>TECHNOLOGY STACK</a:t>
            </a:r>
          </a:p>
        </p:txBody>
      </p:sp>
      <p:sp>
        <p:nvSpPr>
          <p:cNvPr id="9" name="Slide Number Placeholder 8">
            <a:extLst>
              <a:ext uri="{FF2B5EF4-FFF2-40B4-BE49-F238E27FC236}">
                <a16:creationId xmlns:a16="http://schemas.microsoft.com/office/drawing/2014/main" id="{6DDB74D9-0141-89C7-755A-CC0D78177DA2}"/>
              </a:ext>
            </a:extLst>
          </p:cNvPr>
          <p:cNvSpPr>
            <a:spLocks noGrp="1"/>
          </p:cNvSpPr>
          <p:nvPr>
            <p:ph type="sldNum" sz="quarter" idx="12"/>
          </p:nvPr>
        </p:nvSpPr>
        <p:spPr/>
        <p:txBody>
          <a:bodyPr/>
          <a:lstStyle/>
          <a:p>
            <a:fld id="{97C92681-5E05-4BC6-8FED-AA8D56459978}" type="slidenum">
              <a:rPr lang="en-IN" smtClean="0"/>
              <a:t>9</a:t>
            </a:fld>
            <a:endParaRPr lang="en-IN"/>
          </a:p>
        </p:txBody>
      </p:sp>
      <p:graphicFrame>
        <p:nvGraphicFramePr>
          <p:cNvPr id="3" name="Table 2">
            <a:extLst>
              <a:ext uri="{FF2B5EF4-FFF2-40B4-BE49-F238E27FC236}">
                <a16:creationId xmlns:a16="http://schemas.microsoft.com/office/drawing/2014/main" id="{70A1E227-F99D-9CF9-1AFE-8401C8A17635}"/>
              </a:ext>
            </a:extLst>
          </p:cNvPr>
          <p:cNvGraphicFramePr>
            <a:graphicFrameLocks noGrp="1"/>
          </p:cNvGraphicFramePr>
          <p:nvPr>
            <p:extLst>
              <p:ext uri="{D42A27DB-BD31-4B8C-83A1-F6EECF244321}">
                <p14:modId xmlns:p14="http://schemas.microsoft.com/office/powerpoint/2010/main" val="2556558290"/>
              </p:ext>
            </p:extLst>
          </p:nvPr>
        </p:nvGraphicFramePr>
        <p:xfrm>
          <a:off x="1583742" y="1697452"/>
          <a:ext cx="9024516" cy="3463096"/>
        </p:xfrm>
        <a:graphic>
          <a:graphicData uri="http://schemas.openxmlformats.org/drawingml/2006/table">
            <a:tbl>
              <a:tblPr firstRow="1" bandRow="1">
                <a:tableStyleId>{8799B23B-EC83-4686-B30A-512413B5E67A}</a:tableStyleId>
              </a:tblPr>
              <a:tblGrid>
                <a:gridCol w="4512258">
                  <a:extLst>
                    <a:ext uri="{9D8B030D-6E8A-4147-A177-3AD203B41FA5}">
                      <a16:colId xmlns:a16="http://schemas.microsoft.com/office/drawing/2014/main" val="340233316"/>
                    </a:ext>
                  </a:extLst>
                </a:gridCol>
                <a:gridCol w="4512258">
                  <a:extLst>
                    <a:ext uri="{9D8B030D-6E8A-4147-A177-3AD203B41FA5}">
                      <a16:colId xmlns:a16="http://schemas.microsoft.com/office/drawing/2014/main" val="2675222696"/>
                    </a:ext>
                  </a:extLst>
                </a:gridCol>
              </a:tblGrid>
              <a:tr h="432887">
                <a:tc>
                  <a:txBody>
                    <a:bodyPr/>
                    <a:lstStyle/>
                    <a:p>
                      <a:pPr algn="l"/>
                      <a:r>
                        <a:rPr lang="en-US" sz="2000" dirty="0">
                          <a:latin typeface="Georgia" panose="02040502050405020303" pitchFamily="18" charset="0"/>
                        </a:rPr>
                        <a:t>Category</a:t>
                      </a:r>
                      <a:endParaRPr lang="en-IN" sz="2000" dirty="0">
                        <a:latin typeface="Georgia" panose="02040502050405020303" pitchFamily="18" charset="0"/>
                      </a:endParaRPr>
                    </a:p>
                  </a:txBody>
                  <a:tcPr anchor="ctr"/>
                </a:tc>
                <a:tc>
                  <a:txBody>
                    <a:bodyPr/>
                    <a:lstStyle/>
                    <a:p>
                      <a:r>
                        <a:rPr lang="en-US" sz="2000" dirty="0">
                          <a:latin typeface="Georgia" panose="02040502050405020303" pitchFamily="18" charset="0"/>
                        </a:rPr>
                        <a:t>Technologies Used</a:t>
                      </a:r>
                      <a:endParaRPr lang="en-IN" sz="2000" dirty="0">
                        <a:latin typeface="Georgia" panose="02040502050405020303" pitchFamily="18" charset="0"/>
                      </a:endParaRPr>
                    </a:p>
                  </a:txBody>
                  <a:tcPr anchor="ctr"/>
                </a:tc>
                <a:extLst>
                  <a:ext uri="{0D108BD9-81ED-4DB2-BD59-A6C34878D82A}">
                    <a16:rowId xmlns:a16="http://schemas.microsoft.com/office/drawing/2014/main" val="1742888175"/>
                  </a:ext>
                </a:extLst>
              </a:tr>
              <a:tr h="432887">
                <a:tc>
                  <a:txBody>
                    <a:bodyPr/>
                    <a:lstStyle/>
                    <a:p>
                      <a:r>
                        <a:rPr lang="en-US" sz="1600" dirty="0">
                          <a:latin typeface="Georgia" panose="02040502050405020303" pitchFamily="18" charset="0"/>
                        </a:rPr>
                        <a:t>Programming Language</a:t>
                      </a:r>
                    </a:p>
                  </a:txBody>
                  <a:tcPr anchor="ctr"/>
                </a:tc>
                <a:tc>
                  <a:txBody>
                    <a:bodyPr/>
                    <a:lstStyle/>
                    <a:p>
                      <a:r>
                        <a:rPr lang="en-US" sz="1600" dirty="0">
                          <a:latin typeface="Georgia" panose="02040502050405020303" pitchFamily="18" charset="0"/>
                        </a:rPr>
                        <a:t>Python</a:t>
                      </a:r>
                      <a:endParaRPr lang="en-IN" sz="1600" dirty="0">
                        <a:latin typeface="Georgia" panose="02040502050405020303" pitchFamily="18" charset="0"/>
                      </a:endParaRPr>
                    </a:p>
                  </a:txBody>
                  <a:tcPr anchor="ctr"/>
                </a:tc>
                <a:extLst>
                  <a:ext uri="{0D108BD9-81ED-4DB2-BD59-A6C34878D82A}">
                    <a16:rowId xmlns:a16="http://schemas.microsoft.com/office/drawing/2014/main" val="3182211140"/>
                  </a:ext>
                </a:extLst>
              </a:tr>
              <a:tr h="432887">
                <a:tc>
                  <a:txBody>
                    <a:bodyPr/>
                    <a:lstStyle/>
                    <a:p>
                      <a:r>
                        <a:rPr lang="en-IN" sz="1600" dirty="0">
                          <a:latin typeface="Georgia" panose="02040502050405020303" pitchFamily="18" charset="0"/>
                        </a:rPr>
                        <a:t>Deep Learning Model</a:t>
                      </a:r>
                    </a:p>
                  </a:txBody>
                  <a:tcPr anchor="ctr"/>
                </a:tc>
                <a:tc>
                  <a:txBody>
                    <a:bodyPr/>
                    <a:lstStyle/>
                    <a:p>
                      <a:r>
                        <a:rPr lang="en-IN" sz="1600" dirty="0">
                          <a:latin typeface="Georgia" panose="02040502050405020303" pitchFamily="18" charset="0"/>
                        </a:rPr>
                        <a:t>YOLOv8 (Ultralytics), PyTorch</a:t>
                      </a:r>
                    </a:p>
                  </a:txBody>
                  <a:tcPr anchor="ctr"/>
                </a:tc>
                <a:extLst>
                  <a:ext uri="{0D108BD9-81ED-4DB2-BD59-A6C34878D82A}">
                    <a16:rowId xmlns:a16="http://schemas.microsoft.com/office/drawing/2014/main" val="3303268808"/>
                  </a:ext>
                </a:extLst>
              </a:tr>
              <a:tr h="432887">
                <a:tc>
                  <a:txBody>
                    <a:bodyPr/>
                    <a:lstStyle/>
                    <a:p>
                      <a:r>
                        <a:rPr lang="en-IN" sz="1600" dirty="0">
                          <a:latin typeface="Georgia" panose="02040502050405020303" pitchFamily="18" charset="0"/>
                        </a:rPr>
                        <a:t>OCR (Text Recognition)</a:t>
                      </a:r>
                    </a:p>
                  </a:txBody>
                  <a:tcPr anchor="ctr"/>
                </a:tc>
                <a:tc>
                  <a:txBody>
                    <a:bodyPr/>
                    <a:lstStyle/>
                    <a:p>
                      <a:pPr>
                        <a:buNone/>
                      </a:pPr>
                      <a:r>
                        <a:rPr lang="en-US" sz="1600" dirty="0">
                          <a:latin typeface="Georgia" panose="02040502050405020303" pitchFamily="18" charset="0"/>
                        </a:rPr>
                        <a:t>EasyOCR</a:t>
                      </a:r>
                      <a:endParaRPr lang="en-IN" sz="1600" dirty="0">
                        <a:latin typeface="Georgia" panose="02040502050405020303" pitchFamily="18" charset="0"/>
                      </a:endParaRPr>
                    </a:p>
                  </a:txBody>
                  <a:tcPr anchor="ctr"/>
                </a:tc>
                <a:extLst>
                  <a:ext uri="{0D108BD9-81ED-4DB2-BD59-A6C34878D82A}">
                    <a16:rowId xmlns:a16="http://schemas.microsoft.com/office/drawing/2014/main" val="3323830933"/>
                  </a:ext>
                </a:extLst>
              </a:tr>
              <a:tr h="432887">
                <a:tc>
                  <a:txBody>
                    <a:bodyPr/>
                    <a:lstStyle/>
                    <a:p>
                      <a:r>
                        <a:rPr lang="en-US" sz="1600" dirty="0">
                          <a:latin typeface="Georgia" panose="02040502050405020303" pitchFamily="18" charset="0"/>
                        </a:rPr>
                        <a:t>Computer</a:t>
                      </a:r>
                      <a:r>
                        <a:rPr lang="en-IN" sz="1600" dirty="0">
                          <a:latin typeface="Georgia" panose="02040502050405020303" pitchFamily="18" charset="0"/>
                        </a:rPr>
                        <a:t> Vision</a:t>
                      </a:r>
                    </a:p>
                  </a:txBody>
                  <a:tcPr anchor="ctr"/>
                </a:tc>
                <a:tc>
                  <a:txBody>
                    <a:bodyPr/>
                    <a:lstStyle/>
                    <a:p>
                      <a:r>
                        <a:rPr lang="en-US" sz="1600" dirty="0">
                          <a:latin typeface="Georgia" panose="02040502050405020303" pitchFamily="18" charset="0"/>
                        </a:rPr>
                        <a:t>OpenCV</a:t>
                      </a:r>
                      <a:endParaRPr lang="en-IN" sz="1600" dirty="0">
                        <a:latin typeface="Georgia" panose="02040502050405020303" pitchFamily="18" charset="0"/>
                      </a:endParaRPr>
                    </a:p>
                  </a:txBody>
                  <a:tcPr anchor="ctr"/>
                </a:tc>
                <a:extLst>
                  <a:ext uri="{0D108BD9-81ED-4DB2-BD59-A6C34878D82A}">
                    <a16:rowId xmlns:a16="http://schemas.microsoft.com/office/drawing/2014/main" val="260906860"/>
                  </a:ext>
                </a:extLst>
              </a:tr>
              <a:tr h="432887">
                <a:tc>
                  <a:txBody>
                    <a:bodyPr/>
                    <a:lstStyle/>
                    <a:p>
                      <a:r>
                        <a:rPr lang="en-IN" sz="1600" dirty="0">
                          <a:latin typeface="Georgia" panose="02040502050405020303" pitchFamily="18" charset="0"/>
                        </a:rPr>
                        <a:t>Web Framework</a:t>
                      </a:r>
                    </a:p>
                  </a:txBody>
                  <a:tcPr anchor="ctr"/>
                </a:tc>
                <a:tc>
                  <a:txBody>
                    <a:bodyPr/>
                    <a:lstStyle/>
                    <a:p>
                      <a:r>
                        <a:rPr lang="en-US" sz="1600" dirty="0">
                          <a:latin typeface="Georgia" panose="02040502050405020303" pitchFamily="18" charset="0"/>
                        </a:rPr>
                        <a:t>Flask</a:t>
                      </a:r>
                      <a:endParaRPr lang="en-IN" sz="1600" dirty="0">
                        <a:latin typeface="Georgia" panose="02040502050405020303" pitchFamily="18" charset="0"/>
                      </a:endParaRPr>
                    </a:p>
                  </a:txBody>
                  <a:tcPr anchor="ctr"/>
                </a:tc>
                <a:extLst>
                  <a:ext uri="{0D108BD9-81ED-4DB2-BD59-A6C34878D82A}">
                    <a16:rowId xmlns:a16="http://schemas.microsoft.com/office/drawing/2014/main" val="2624782099"/>
                  </a:ext>
                </a:extLst>
              </a:tr>
              <a:tr h="432887">
                <a:tc>
                  <a:txBody>
                    <a:bodyPr/>
                    <a:lstStyle/>
                    <a:p>
                      <a:r>
                        <a:rPr lang="en-IN" sz="1600" dirty="0">
                          <a:latin typeface="Georgia" panose="02040502050405020303" pitchFamily="18" charset="0"/>
                        </a:rPr>
                        <a:t>Data Processing</a:t>
                      </a:r>
                    </a:p>
                  </a:txBody>
                  <a:tcPr anchor="ctr"/>
                </a:tc>
                <a:tc>
                  <a:txBody>
                    <a:bodyPr/>
                    <a:lstStyle/>
                    <a:p>
                      <a:r>
                        <a:rPr lang="en-US" sz="1600" dirty="0">
                          <a:latin typeface="Georgia" panose="02040502050405020303" pitchFamily="18" charset="0"/>
                        </a:rPr>
                        <a:t>NumPy, Pandas</a:t>
                      </a:r>
                      <a:endParaRPr lang="en-IN" sz="1600" dirty="0">
                        <a:latin typeface="Georgia" panose="02040502050405020303" pitchFamily="18" charset="0"/>
                      </a:endParaRPr>
                    </a:p>
                  </a:txBody>
                  <a:tcPr anchor="ctr"/>
                </a:tc>
                <a:extLst>
                  <a:ext uri="{0D108BD9-81ED-4DB2-BD59-A6C34878D82A}">
                    <a16:rowId xmlns:a16="http://schemas.microsoft.com/office/drawing/2014/main" val="3108768471"/>
                  </a:ext>
                </a:extLst>
              </a:tr>
              <a:tr h="432887">
                <a:tc>
                  <a:txBody>
                    <a:bodyPr/>
                    <a:lstStyle/>
                    <a:p>
                      <a:r>
                        <a:rPr lang="en-IN" sz="1600" dirty="0">
                          <a:latin typeface="Georgia" panose="02040502050405020303" pitchFamily="18" charset="0"/>
                        </a:rPr>
                        <a:t>Development Environment</a:t>
                      </a:r>
                    </a:p>
                  </a:txBody>
                  <a:tcPr anchor="ctr"/>
                </a:tc>
                <a:tc>
                  <a:txBody>
                    <a:bodyPr/>
                    <a:lstStyle/>
                    <a:p>
                      <a:r>
                        <a:rPr lang="en-US" sz="1600" dirty="0">
                          <a:latin typeface="Georgia" panose="02040502050405020303" pitchFamily="18" charset="0"/>
                        </a:rPr>
                        <a:t>VS Code</a:t>
                      </a:r>
                      <a:endParaRPr lang="en-IN" sz="1600" dirty="0">
                        <a:latin typeface="Georgia" panose="02040502050405020303" pitchFamily="18" charset="0"/>
                      </a:endParaRPr>
                    </a:p>
                  </a:txBody>
                  <a:tcPr anchor="ctr"/>
                </a:tc>
                <a:extLst>
                  <a:ext uri="{0D108BD9-81ED-4DB2-BD59-A6C34878D82A}">
                    <a16:rowId xmlns:a16="http://schemas.microsoft.com/office/drawing/2014/main" val="3583291478"/>
                  </a:ext>
                </a:extLst>
              </a:tr>
            </a:tbl>
          </a:graphicData>
        </a:graphic>
      </p:graphicFrame>
      <p:sp>
        <p:nvSpPr>
          <p:cNvPr id="4" name="TextBox 3">
            <a:extLst>
              <a:ext uri="{FF2B5EF4-FFF2-40B4-BE49-F238E27FC236}">
                <a16:creationId xmlns:a16="http://schemas.microsoft.com/office/drawing/2014/main" id="{1F46F9D9-74BD-490D-E5D8-7B04DDEC4B04}"/>
              </a:ext>
            </a:extLst>
          </p:cNvPr>
          <p:cNvSpPr txBox="1"/>
          <p:nvPr/>
        </p:nvSpPr>
        <p:spPr>
          <a:xfrm>
            <a:off x="3047223" y="5250618"/>
            <a:ext cx="6097554" cy="338554"/>
          </a:xfrm>
          <a:prstGeom prst="rect">
            <a:avLst/>
          </a:prstGeom>
          <a:noFill/>
        </p:spPr>
        <p:txBody>
          <a:bodyPr wrap="square">
            <a:spAutoFit/>
          </a:bodyPr>
          <a:lstStyle/>
          <a:p>
            <a:pPr algn="ctr"/>
            <a:r>
              <a:rPr lang="en-US" sz="1600" dirty="0">
                <a:latin typeface="Georgia" panose="02040502050405020303" pitchFamily="18" charset="0"/>
              </a:rPr>
              <a:t>Table 3 : Technology Stack</a:t>
            </a:r>
            <a:endParaRPr lang="en-IN" sz="1600" dirty="0">
              <a:latin typeface="Georgia" panose="02040502050405020303" pitchFamily="18" charset="0"/>
            </a:endParaRPr>
          </a:p>
        </p:txBody>
      </p:sp>
    </p:spTree>
    <p:extLst>
      <p:ext uri="{BB962C8B-B14F-4D97-AF65-F5344CB8AC3E}">
        <p14:creationId xmlns:p14="http://schemas.microsoft.com/office/powerpoint/2010/main" val="536759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E0D88-DA0F-0D6B-97D2-1C4B2CAEC0A5}"/>
              </a:ext>
            </a:extLst>
          </p:cNvPr>
          <p:cNvSpPr>
            <a:spLocks noGrp="1"/>
          </p:cNvSpPr>
          <p:nvPr>
            <p:ph type="title"/>
          </p:nvPr>
        </p:nvSpPr>
        <p:spPr>
          <a:xfrm>
            <a:off x="903514" y="247841"/>
            <a:ext cx="10515600" cy="1325563"/>
          </a:xfrm>
        </p:spPr>
        <p:txBody>
          <a:bodyPr>
            <a:normAutofit/>
          </a:bodyPr>
          <a:lstStyle/>
          <a:p>
            <a:pPr algn="ctr"/>
            <a:r>
              <a:rPr lang="en-IN" sz="3200" b="1" dirty="0">
                <a:latin typeface="Georgia" panose="02040502050405020303" pitchFamily="18" charset="0"/>
              </a:rPr>
              <a:t>MODEL PERFORMANCE</a:t>
            </a:r>
          </a:p>
        </p:txBody>
      </p:sp>
      <p:graphicFrame>
        <p:nvGraphicFramePr>
          <p:cNvPr id="5" name="Content Placeholder 4">
            <a:extLst>
              <a:ext uri="{FF2B5EF4-FFF2-40B4-BE49-F238E27FC236}">
                <a16:creationId xmlns:a16="http://schemas.microsoft.com/office/drawing/2014/main" id="{1A9BEDAB-4AF0-985F-6511-780CD44BED0C}"/>
              </a:ext>
            </a:extLst>
          </p:cNvPr>
          <p:cNvGraphicFramePr>
            <a:graphicFrameLocks noGrp="1"/>
          </p:cNvGraphicFramePr>
          <p:nvPr>
            <p:ph idx="1"/>
            <p:extLst>
              <p:ext uri="{D42A27DB-BD31-4B8C-83A1-F6EECF244321}">
                <p14:modId xmlns:p14="http://schemas.microsoft.com/office/powerpoint/2010/main" val="1852532736"/>
              </p:ext>
            </p:extLst>
          </p:nvPr>
        </p:nvGraphicFramePr>
        <p:xfrm>
          <a:off x="1196650" y="1926186"/>
          <a:ext cx="9798700" cy="3005628"/>
        </p:xfrm>
        <a:graphic>
          <a:graphicData uri="http://schemas.openxmlformats.org/drawingml/2006/table">
            <a:tbl>
              <a:tblPr firstRow="1" bandRow="1">
                <a:tableStyleId>{8799B23B-EC83-4686-B30A-512413B5E67A}</a:tableStyleId>
              </a:tblPr>
              <a:tblGrid>
                <a:gridCol w="2449675">
                  <a:extLst>
                    <a:ext uri="{9D8B030D-6E8A-4147-A177-3AD203B41FA5}">
                      <a16:colId xmlns:a16="http://schemas.microsoft.com/office/drawing/2014/main" val="2901536089"/>
                    </a:ext>
                  </a:extLst>
                </a:gridCol>
                <a:gridCol w="2449675">
                  <a:extLst>
                    <a:ext uri="{9D8B030D-6E8A-4147-A177-3AD203B41FA5}">
                      <a16:colId xmlns:a16="http://schemas.microsoft.com/office/drawing/2014/main" val="1489604000"/>
                    </a:ext>
                  </a:extLst>
                </a:gridCol>
                <a:gridCol w="2449675">
                  <a:extLst>
                    <a:ext uri="{9D8B030D-6E8A-4147-A177-3AD203B41FA5}">
                      <a16:colId xmlns:a16="http://schemas.microsoft.com/office/drawing/2014/main" val="2931295395"/>
                    </a:ext>
                  </a:extLst>
                </a:gridCol>
                <a:gridCol w="2449675">
                  <a:extLst>
                    <a:ext uri="{9D8B030D-6E8A-4147-A177-3AD203B41FA5}">
                      <a16:colId xmlns:a16="http://schemas.microsoft.com/office/drawing/2014/main" val="1344216505"/>
                    </a:ext>
                  </a:extLst>
                </a:gridCol>
              </a:tblGrid>
              <a:tr h="459651">
                <a:tc>
                  <a:txBody>
                    <a:bodyPr/>
                    <a:lstStyle/>
                    <a:p>
                      <a:r>
                        <a:rPr lang="en-IN" sz="1600" dirty="0">
                          <a:latin typeface="Georgia" panose="02040502050405020303" pitchFamily="18" charset="0"/>
                        </a:rPr>
                        <a:t>Model</a:t>
                      </a:r>
                    </a:p>
                  </a:txBody>
                  <a:tcPr anchor="ctr"/>
                </a:tc>
                <a:tc>
                  <a:txBody>
                    <a:bodyPr/>
                    <a:lstStyle/>
                    <a:p>
                      <a:r>
                        <a:rPr lang="en-US" sz="1600" dirty="0">
                          <a:latin typeface="Georgia" panose="02040502050405020303" pitchFamily="18" charset="0"/>
                        </a:rPr>
                        <a:t>YOLOv8 + EasyOCR</a:t>
                      </a:r>
                    </a:p>
                    <a:p>
                      <a:r>
                        <a:rPr lang="en-US" sz="1600" dirty="0">
                          <a:latin typeface="Georgia" panose="02040502050405020303" pitchFamily="18" charset="0"/>
                        </a:rPr>
                        <a:t>(proposed solution)</a:t>
                      </a:r>
                      <a:endParaRPr lang="en-IN" sz="1600" dirty="0">
                        <a:latin typeface="Georgia" panose="02040502050405020303" pitchFamily="18" charset="0"/>
                      </a:endParaRPr>
                    </a:p>
                  </a:txBody>
                  <a:tcPr anchor="ctr"/>
                </a:tc>
                <a:tc>
                  <a:txBody>
                    <a:bodyPr/>
                    <a:lstStyle/>
                    <a:p>
                      <a:r>
                        <a:rPr lang="en-IN" sz="1600" dirty="0">
                          <a:latin typeface="Georgia" panose="02040502050405020303" pitchFamily="18" charset="0"/>
                        </a:rPr>
                        <a:t>WPOD-NET + OCR</a:t>
                      </a:r>
                    </a:p>
                  </a:txBody>
                  <a:tcPr anchor="ctr"/>
                </a:tc>
                <a:tc>
                  <a:txBody>
                    <a:bodyPr/>
                    <a:lstStyle/>
                    <a:p>
                      <a:r>
                        <a:rPr lang="en-IN" sz="1600" dirty="0">
                          <a:latin typeface="Georgia" panose="02040502050405020303" pitchFamily="18" charset="0"/>
                        </a:rPr>
                        <a:t>YOLOv8 ALPR</a:t>
                      </a:r>
                    </a:p>
                  </a:txBody>
                  <a:tcPr anchor="ctr"/>
                </a:tc>
                <a:extLst>
                  <a:ext uri="{0D108BD9-81ED-4DB2-BD59-A6C34878D82A}">
                    <a16:rowId xmlns:a16="http://schemas.microsoft.com/office/drawing/2014/main" val="2633849674"/>
                  </a:ext>
                </a:extLst>
              </a:tr>
              <a:tr h="404418">
                <a:tc>
                  <a:txBody>
                    <a:bodyPr/>
                    <a:lstStyle/>
                    <a:p>
                      <a:r>
                        <a:rPr lang="en-IN" sz="1600" dirty="0">
                          <a:latin typeface="Georgia" panose="02040502050405020303" pitchFamily="18" charset="0"/>
                        </a:rPr>
                        <a:t>Precision</a:t>
                      </a:r>
                    </a:p>
                  </a:txBody>
                  <a:tcPr anchor="ctr"/>
                </a:tc>
                <a:tc>
                  <a:txBody>
                    <a:bodyPr/>
                    <a:lstStyle/>
                    <a:p>
                      <a:r>
                        <a:rPr lang="en-IN" sz="1600" dirty="0">
                          <a:latin typeface="Georgia" panose="02040502050405020303" pitchFamily="18" charset="0"/>
                        </a:rPr>
                        <a:t>0.97</a:t>
                      </a:r>
                    </a:p>
                  </a:txBody>
                  <a:tcPr anchor="ctr"/>
                </a:tc>
                <a:tc>
                  <a:txBody>
                    <a:bodyPr/>
                    <a:lstStyle/>
                    <a:p>
                      <a:r>
                        <a:rPr lang="en-US" sz="1600" dirty="0">
                          <a:latin typeface="Georgia" panose="02040502050405020303" pitchFamily="18" charset="0"/>
                        </a:rPr>
                        <a:t>0.751</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0.984</a:t>
                      </a:r>
                      <a:endParaRPr lang="en-IN" sz="1600" dirty="0">
                        <a:latin typeface="Georgia" panose="02040502050405020303" pitchFamily="18" charset="0"/>
                      </a:endParaRPr>
                    </a:p>
                  </a:txBody>
                  <a:tcPr anchor="ctr"/>
                </a:tc>
                <a:extLst>
                  <a:ext uri="{0D108BD9-81ED-4DB2-BD59-A6C34878D82A}">
                    <a16:rowId xmlns:a16="http://schemas.microsoft.com/office/drawing/2014/main" val="2642065691"/>
                  </a:ext>
                </a:extLst>
              </a:tr>
              <a:tr h="404418">
                <a:tc>
                  <a:txBody>
                    <a:bodyPr/>
                    <a:lstStyle/>
                    <a:p>
                      <a:r>
                        <a:rPr lang="en-IN" sz="1600" dirty="0">
                          <a:latin typeface="Georgia" panose="02040502050405020303" pitchFamily="18" charset="0"/>
                        </a:rPr>
                        <a:t>Recall</a:t>
                      </a:r>
                    </a:p>
                  </a:txBody>
                  <a:tcPr anchor="ctr"/>
                </a:tc>
                <a:tc>
                  <a:txBody>
                    <a:bodyPr/>
                    <a:lstStyle/>
                    <a:p>
                      <a:r>
                        <a:rPr lang="en-IN" sz="1600" dirty="0">
                          <a:latin typeface="Georgia" panose="02040502050405020303" pitchFamily="18" charset="0"/>
                        </a:rPr>
                        <a:t>0.95</a:t>
                      </a:r>
                    </a:p>
                  </a:txBody>
                  <a:tcPr anchor="ctr"/>
                </a:tc>
                <a:tc>
                  <a:txBody>
                    <a:bodyPr/>
                    <a:lstStyle/>
                    <a:p>
                      <a:r>
                        <a:rPr lang="en-US" sz="1600" dirty="0">
                          <a:latin typeface="Georgia" panose="02040502050405020303" pitchFamily="18" charset="0"/>
                        </a:rPr>
                        <a:t>0.796</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1.000</a:t>
                      </a:r>
                      <a:endParaRPr lang="en-IN" sz="1600" dirty="0">
                        <a:latin typeface="Georgia" panose="02040502050405020303" pitchFamily="18" charset="0"/>
                      </a:endParaRPr>
                    </a:p>
                  </a:txBody>
                  <a:tcPr anchor="ctr"/>
                </a:tc>
                <a:extLst>
                  <a:ext uri="{0D108BD9-81ED-4DB2-BD59-A6C34878D82A}">
                    <a16:rowId xmlns:a16="http://schemas.microsoft.com/office/drawing/2014/main" val="1719143724"/>
                  </a:ext>
                </a:extLst>
              </a:tr>
              <a:tr h="404418">
                <a:tc>
                  <a:txBody>
                    <a:bodyPr/>
                    <a:lstStyle/>
                    <a:p>
                      <a:r>
                        <a:rPr lang="en-US" sz="1600" dirty="0">
                          <a:latin typeface="Georgia" panose="02040502050405020303" pitchFamily="18" charset="0"/>
                        </a:rPr>
                        <a:t>F1 Score</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0.96</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0.796</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0.992</a:t>
                      </a:r>
                      <a:endParaRPr lang="en-IN" sz="1600" dirty="0">
                        <a:latin typeface="Georgia" panose="02040502050405020303" pitchFamily="18" charset="0"/>
                      </a:endParaRPr>
                    </a:p>
                  </a:txBody>
                  <a:tcPr anchor="ctr"/>
                </a:tc>
                <a:extLst>
                  <a:ext uri="{0D108BD9-81ED-4DB2-BD59-A6C34878D82A}">
                    <a16:rowId xmlns:a16="http://schemas.microsoft.com/office/drawing/2014/main" val="2114847472"/>
                  </a:ext>
                </a:extLst>
              </a:tr>
              <a:tr h="404418">
                <a:tc>
                  <a:txBody>
                    <a:bodyPr/>
                    <a:lstStyle/>
                    <a:p>
                      <a:r>
                        <a:rPr lang="en-IN" sz="1600" dirty="0">
                          <a:latin typeface="Georgia" panose="02040502050405020303" pitchFamily="18" charset="0"/>
                        </a:rPr>
                        <a:t>mAP@50</a:t>
                      </a:r>
                    </a:p>
                  </a:txBody>
                  <a:tcPr anchor="ctr"/>
                </a:tc>
                <a:tc>
                  <a:txBody>
                    <a:bodyPr/>
                    <a:lstStyle/>
                    <a:p>
                      <a:r>
                        <a:rPr lang="en-IN" sz="1600" dirty="0">
                          <a:latin typeface="Georgia" panose="02040502050405020303" pitchFamily="18" charset="0"/>
                        </a:rPr>
                        <a:t>0.99</a:t>
                      </a:r>
                    </a:p>
                  </a:txBody>
                  <a:tcPr anchor="ctr"/>
                </a:tc>
                <a:tc>
                  <a:txBody>
                    <a:bodyPr/>
                    <a:lstStyle/>
                    <a:p>
                      <a:r>
                        <a:rPr lang="en-US" sz="1600" dirty="0">
                          <a:latin typeface="Georgia" panose="02040502050405020303" pitchFamily="18" charset="0"/>
                        </a:rPr>
                        <a:t>0.78</a:t>
                      </a:r>
                      <a:endParaRPr lang="en-IN" sz="1600" dirty="0">
                        <a:latin typeface="Georgia" panose="02040502050405020303" pitchFamily="18" charset="0"/>
                      </a:endParaRPr>
                    </a:p>
                  </a:txBody>
                  <a:tcPr anchor="ctr"/>
                </a:tc>
                <a:tc>
                  <a:txBody>
                    <a:bodyPr/>
                    <a:lstStyle/>
                    <a:p>
                      <a:r>
                        <a:rPr lang="en-IN" sz="1600" dirty="0">
                          <a:latin typeface="Georgia" panose="02040502050405020303" pitchFamily="18" charset="0"/>
                        </a:rPr>
                        <a:t>0.992</a:t>
                      </a:r>
                    </a:p>
                  </a:txBody>
                  <a:tcPr anchor="ctr"/>
                </a:tc>
                <a:extLst>
                  <a:ext uri="{0D108BD9-81ED-4DB2-BD59-A6C34878D82A}">
                    <a16:rowId xmlns:a16="http://schemas.microsoft.com/office/drawing/2014/main" val="212021323"/>
                  </a:ext>
                </a:extLst>
              </a:tr>
              <a:tr h="404418">
                <a:tc>
                  <a:txBody>
                    <a:bodyPr/>
                    <a:lstStyle/>
                    <a:p>
                      <a:r>
                        <a:rPr lang="en-IN" sz="1600" dirty="0">
                          <a:latin typeface="Georgia" panose="02040502050405020303" pitchFamily="18" charset="0"/>
                        </a:rPr>
                        <a:t>mAP@50-95</a:t>
                      </a:r>
                    </a:p>
                  </a:txBody>
                  <a:tcPr anchor="ctr"/>
                </a:tc>
                <a:tc>
                  <a:txBody>
                    <a:bodyPr/>
                    <a:lstStyle/>
                    <a:p>
                      <a:r>
                        <a:rPr lang="en-IN" sz="1600" dirty="0">
                          <a:latin typeface="Georgia" panose="02040502050405020303" pitchFamily="18" charset="0"/>
                        </a:rPr>
                        <a:t>~0.82</a:t>
                      </a:r>
                    </a:p>
                  </a:txBody>
                  <a:tcPr anchor="ctr"/>
                </a:tc>
                <a:tc>
                  <a:txBody>
                    <a:bodyPr/>
                    <a:lstStyle/>
                    <a:p>
                      <a:r>
                        <a:rPr lang="en-US" sz="1600" dirty="0">
                          <a:latin typeface="Georgia" panose="02040502050405020303" pitchFamily="18" charset="0"/>
                        </a:rPr>
                        <a:t>0.50</a:t>
                      </a:r>
                      <a:endParaRPr lang="en-IN" sz="1600" dirty="0">
                        <a:latin typeface="Georgia" panose="02040502050405020303" pitchFamily="18" charset="0"/>
                      </a:endParaRPr>
                    </a:p>
                  </a:txBody>
                  <a:tcPr anchor="ctr"/>
                </a:tc>
                <a:tc>
                  <a:txBody>
                    <a:bodyPr/>
                    <a:lstStyle/>
                    <a:p>
                      <a:r>
                        <a:rPr lang="en-IN" sz="1600" dirty="0">
                          <a:latin typeface="Georgia" panose="02040502050405020303" pitchFamily="18" charset="0"/>
                        </a:rPr>
                        <a:t>0.995</a:t>
                      </a:r>
                    </a:p>
                  </a:txBody>
                  <a:tcPr anchor="ctr"/>
                </a:tc>
                <a:extLst>
                  <a:ext uri="{0D108BD9-81ED-4DB2-BD59-A6C34878D82A}">
                    <a16:rowId xmlns:a16="http://schemas.microsoft.com/office/drawing/2014/main" val="2555435838"/>
                  </a:ext>
                </a:extLst>
              </a:tr>
              <a:tr h="404418">
                <a:tc>
                  <a:txBody>
                    <a:bodyPr/>
                    <a:lstStyle/>
                    <a:p>
                      <a:r>
                        <a:rPr lang="en-IN" sz="1600" dirty="0">
                          <a:latin typeface="Georgia" panose="02040502050405020303" pitchFamily="18" charset="0"/>
                        </a:rPr>
                        <a:t>Inference Speed</a:t>
                      </a:r>
                    </a:p>
                  </a:txBody>
                  <a:tcPr anchor="ctr"/>
                </a:tc>
                <a:tc>
                  <a:txBody>
                    <a:bodyPr/>
                    <a:lstStyle/>
                    <a:p>
                      <a:r>
                        <a:rPr lang="en-IN" sz="1600" dirty="0">
                          <a:latin typeface="Georgia" panose="02040502050405020303" pitchFamily="18" charset="0"/>
                        </a:rPr>
                        <a:t>~12 ms</a:t>
                      </a:r>
                    </a:p>
                  </a:txBody>
                  <a:tcPr anchor="ctr"/>
                </a:tc>
                <a:tc>
                  <a:txBody>
                    <a:bodyPr/>
                    <a:lstStyle/>
                    <a:p>
                      <a:r>
                        <a:rPr lang="en-US" sz="1600" dirty="0">
                          <a:latin typeface="Georgia" panose="02040502050405020303" pitchFamily="18" charset="0"/>
                        </a:rPr>
                        <a:t>~35 ms</a:t>
                      </a:r>
                      <a:endParaRPr lang="en-IN" sz="1600" dirty="0">
                        <a:latin typeface="Georgia" panose="02040502050405020303" pitchFamily="18" charset="0"/>
                      </a:endParaRPr>
                    </a:p>
                  </a:txBody>
                  <a:tcPr anchor="ctr"/>
                </a:tc>
                <a:tc>
                  <a:txBody>
                    <a:bodyPr/>
                    <a:lstStyle/>
                    <a:p>
                      <a:r>
                        <a:rPr lang="en-US" sz="1600" dirty="0">
                          <a:latin typeface="Georgia" panose="02040502050405020303" pitchFamily="18" charset="0"/>
                        </a:rPr>
                        <a:t>~26ms</a:t>
                      </a:r>
                      <a:endParaRPr lang="en-IN" sz="1600" dirty="0">
                        <a:latin typeface="Georgia" panose="02040502050405020303" pitchFamily="18" charset="0"/>
                      </a:endParaRPr>
                    </a:p>
                  </a:txBody>
                  <a:tcPr anchor="ctr"/>
                </a:tc>
                <a:extLst>
                  <a:ext uri="{0D108BD9-81ED-4DB2-BD59-A6C34878D82A}">
                    <a16:rowId xmlns:a16="http://schemas.microsoft.com/office/drawing/2014/main" val="1401972223"/>
                  </a:ext>
                </a:extLst>
              </a:tr>
            </a:tbl>
          </a:graphicData>
        </a:graphic>
      </p:graphicFrame>
      <p:sp>
        <p:nvSpPr>
          <p:cNvPr id="4" name="Slide Number Placeholder 3">
            <a:extLst>
              <a:ext uri="{FF2B5EF4-FFF2-40B4-BE49-F238E27FC236}">
                <a16:creationId xmlns:a16="http://schemas.microsoft.com/office/drawing/2014/main" id="{2B8FAF09-EBC4-B87F-4FCE-B8BF1C46C770}"/>
              </a:ext>
            </a:extLst>
          </p:cNvPr>
          <p:cNvSpPr>
            <a:spLocks noGrp="1"/>
          </p:cNvSpPr>
          <p:nvPr>
            <p:ph type="sldNum" sz="quarter" idx="12"/>
          </p:nvPr>
        </p:nvSpPr>
        <p:spPr/>
        <p:txBody>
          <a:bodyPr/>
          <a:lstStyle/>
          <a:p>
            <a:fld id="{97C92681-5E05-4BC6-8FED-AA8D56459978}" type="slidenum">
              <a:rPr lang="en-IN" smtClean="0"/>
              <a:t>10</a:t>
            </a:fld>
            <a:endParaRPr lang="en-IN"/>
          </a:p>
        </p:txBody>
      </p:sp>
      <p:sp>
        <p:nvSpPr>
          <p:cNvPr id="8" name="TextBox 7">
            <a:extLst>
              <a:ext uri="{FF2B5EF4-FFF2-40B4-BE49-F238E27FC236}">
                <a16:creationId xmlns:a16="http://schemas.microsoft.com/office/drawing/2014/main" id="{4730FED6-72B1-A92F-0C5A-9AA6813113C8}"/>
              </a:ext>
            </a:extLst>
          </p:cNvPr>
          <p:cNvSpPr txBox="1"/>
          <p:nvPr/>
        </p:nvSpPr>
        <p:spPr>
          <a:xfrm>
            <a:off x="3047221" y="5093289"/>
            <a:ext cx="6097554" cy="338554"/>
          </a:xfrm>
          <a:prstGeom prst="rect">
            <a:avLst/>
          </a:prstGeom>
          <a:noFill/>
        </p:spPr>
        <p:txBody>
          <a:bodyPr wrap="square">
            <a:spAutoFit/>
          </a:bodyPr>
          <a:lstStyle/>
          <a:p>
            <a:pPr algn="ctr"/>
            <a:r>
              <a:rPr lang="en-US" sz="1600" dirty="0">
                <a:latin typeface="Georgia" panose="02040502050405020303" pitchFamily="18" charset="0"/>
              </a:rPr>
              <a:t>Fig. 4 : Model Performance</a:t>
            </a:r>
            <a:endParaRPr lang="en-IN" sz="1600" dirty="0">
              <a:latin typeface="Georgia" panose="02040502050405020303" pitchFamily="18" charset="0"/>
            </a:endParaRPr>
          </a:p>
        </p:txBody>
      </p:sp>
    </p:spTree>
    <p:extLst>
      <p:ext uri="{BB962C8B-B14F-4D97-AF65-F5344CB8AC3E}">
        <p14:creationId xmlns:p14="http://schemas.microsoft.com/office/powerpoint/2010/main" val="9855280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77889-2EEB-CB8F-B111-5DEBA96E7B66}"/>
              </a:ext>
            </a:extLst>
          </p:cNvPr>
          <p:cNvSpPr>
            <a:spLocks noGrp="1"/>
          </p:cNvSpPr>
          <p:nvPr>
            <p:ph type="title"/>
          </p:nvPr>
        </p:nvSpPr>
        <p:spPr>
          <a:xfrm>
            <a:off x="755063" y="136525"/>
            <a:ext cx="10515600" cy="1325563"/>
          </a:xfrm>
        </p:spPr>
        <p:txBody>
          <a:bodyPr>
            <a:normAutofit/>
          </a:bodyPr>
          <a:lstStyle/>
          <a:p>
            <a:pPr algn="ctr"/>
            <a:r>
              <a:rPr lang="en-US" sz="3200" b="1" dirty="0">
                <a:latin typeface="Georgia" panose="02040502050405020303" pitchFamily="18" charset="0"/>
              </a:rPr>
              <a:t>RESULT</a:t>
            </a:r>
            <a:endParaRPr lang="en-IN" sz="3200" b="1" dirty="0">
              <a:latin typeface="Georgia" panose="02040502050405020303" pitchFamily="18" charset="0"/>
            </a:endParaRPr>
          </a:p>
        </p:txBody>
      </p:sp>
      <p:sp>
        <p:nvSpPr>
          <p:cNvPr id="4" name="Slide Number Placeholder 3">
            <a:extLst>
              <a:ext uri="{FF2B5EF4-FFF2-40B4-BE49-F238E27FC236}">
                <a16:creationId xmlns:a16="http://schemas.microsoft.com/office/drawing/2014/main" id="{ACBB2A02-0C60-E482-3F53-ECE4359D2D32}"/>
              </a:ext>
            </a:extLst>
          </p:cNvPr>
          <p:cNvSpPr>
            <a:spLocks noGrp="1"/>
          </p:cNvSpPr>
          <p:nvPr>
            <p:ph type="sldNum" sz="quarter" idx="12"/>
          </p:nvPr>
        </p:nvSpPr>
        <p:spPr/>
        <p:txBody>
          <a:bodyPr/>
          <a:lstStyle/>
          <a:p>
            <a:fld id="{97C92681-5E05-4BC6-8FED-AA8D56459978}" type="slidenum">
              <a:rPr lang="en-IN" smtClean="0"/>
              <a:t>11</a:t>
            </a:fld>
            <a:endParaRPr lang="en-IN"/>
          </a:p>
        </p:txBody>
      </p:sp>
      <p:sp>
        <p:nvSpPr>
          <p:cNvPr id="7" name="TextBox 6">
            <a:extLst>
              <a:ext uri="{FF2B5EF4-FFF2-40B4-BE49-F238E27FC236}">
                <a16:creationId xmlns:a16="http://schemas.microsoft.com/office/drawing/2014/main" id="{1DA53F3F-EB90-2886-0994-C013FE356B63}"/>
              </a:ext>
            </a:extLst>
          </p:cNvPr>
          <p:cNvSpPr txBox="1"/>
          <p:nvPr/>
        </p:nvSpPr>
        <p:spPr>
          <a:xfrm>
            <a:off x="1502229" y="5654351"/>
            <a:ext cx="3573624" cy="338554"/>
          </a:xfrm>
          <a:prstGeom prst="rect">
            <a:avLst/>
          </a:prstGeom>
          <a:noFill/>
        </p:spPr>
        <p:txBody>
          <a:bodyPr wrap="square" rtlCol="0">
            <a:spAutoFit/>
          </a:bodyPr>
          <a:lstStyle/>
          <a:p>
            <a:pPr algn="ctr"/>
            <a:r>
              <a:rPr lang="en-US" sz="1600" dirty="0">
                <a:latin typeface="Georgia" panose="02040502050405020303" pitchFamily="18" charset="0"/>
              </a:rPr>
              <a:t>Fig. 2 : Plate detection from image</a:t>
            </a:r>
            <a:endParaRPr lang="en-IN" sz="1600" dirty="0">
              <a:latin typeface="Georgia" panose="02040502050405020303" pitchFamily="18" charset="0"/>
            </a:endParaRPr>
          </a:p>
        </p:txBody>
      </p:sp>
      <p:pic>
        <p:nvPicPr>
          <p:cNvPr id="9" name="Picture 8">
            <a:extLst>
              <a:ext uri="{FF2B5EF4-FFF2-40B4-BE49-F238E27FC236}">
                <a16:creationId xmlns:a16="http://schemas.microsoft.com/office/drawing/2014/main" id="{EC7CC3DF-E156-5F0B-BDF8-D9F8803E9353}"/>
              </a:ext>
            </a:extLst>
          </p:cNvPr>
          <p:cNvPicPr>
            <a:picLocks noChangeAspect="1"/>
          </p:cNvPicPr>
          <p:nvPr/>
        </p:nvPicPr>
        <p:blipFill>
          <a:blip r:embed="rId2"/>
          <a:stretch>
            <a:fillRect/>
          </a:stretch>
        </p:blipFill>
        <p:spPr>
          <a:xfrm>
            <a:off x="6096000" y="1683943"/>
            <a:ext cx="5482451" cy="3788686"/>
          </a:xfrm>
          <a:prstGeom prst="rect">
            <a:avLst/>
          </a:prstGeom>
        </p:spPr>
      </p:pic>
      <p:pic>
        <p:nvPicPr>
          <p:cNvPr id="13" name="Picture 12">
            <a:extLst>
              <a:ext uri="{FF2B5EF4-FFF2-40B4-BE49-F238E27FC236}">
                <a16:creationId xmlns:a16="http://schemas.microsoft.com/office/drawing/2014/main" id="{54B6C0A5-A5D1-F985-4F21-9D00AC9122EF}"/>
              </a:ext>
            </a:extLst>
          </p:cNvPr>
          <p:cNvPicPr>
            <a:picLocks noChangeAspect="1"/>
          </p:cNvPicPr>
          <p:nvPr/>
        </p:nvPicPr>
        <p:blipFill>
          <a:blip r:embed="rId3"/>
          <a:stretch>
            <a:fillRect/>
          </a:stretch>
        </p:blipFill>
        <p:spPr>
          <a:xfrm>
            <a:off x="926928" y="1688353"/>
            <a:ext cx="4724225" cy="3784276"/>
          </a:xfrm>
          <a:prstGeom prst="rect">
            <a:avLst/>
          </a:prstGeom>
        </p:spPr>
      </p:pic>
      <p:sp>
        <p:nvSpPr>
          <p:cNvPr id="14" name="TextBox 13">
            <a:extLst>
              <a:ext uri="{FF2B5EF4-FFF2-40B4-BE49-F238E27FC236}">
                <a16:creationId xmlns:a16="http://schemas.microsoft.com/office/drawing/2014/main" id="{A99006D8-6734-9400-7383-794A6E8DFBA4}"/>
              </a:ext>
            </a:extLst>
          </p:cNvPr>
          <p:cNvSpPr txBox="1"/>
          <p:nvPr/>
        </p:nvSpPr>
        <p:spPr>
          <a:xfrm>
            <a:off x="7050413" y="5531727"/>
            <a:ext cx="3573624" cy="338554"/>
          </a:xfrm>
          <a:prstGeom prst="rect">
            <a:avLst/>
          </a:prstGeom>
          <a:noFill/>
        </p:spPr>
        <p:txBody>
          <a:bodyPr wrap="square" rtlCol="0">
            <a:spAutoFit/>
          </a:bodyPr>
          <a:lstStyle/>
          <a:p>
            <a:pPr algn="ctr"/>
            <a:r>
              <a:rPr lang="en-US" sz="1600" dirty="0">
                <a:latin typeface="Georgia" panose="02040502050405020303" pitchFamily="18" charset="0"/>
              </a:rPr>
              <a:t>Fig. 3 : Plate detection from video</a:t>
            </a:r>
            <a:endParaRPr lang="en-IN" sz="1600" dirty="0">
              <a:latin typeface="Georgia" panose="02040502050405020303" pitchFamily="18" charset="0"/>
            </a:endParaRPr>
          </a:p>
        </p:txBody>
      </p:sp>
    </p:spTree>
    <p:extLst>
      <p:ext uri="{BB962C8B-B14F-4D97-AF65-F5344CB8AC3E}">
        <p14:creationId xmlns:p14="http://schemas.microsoft.com/office/powerpoint/2010/main" val="3222870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146F-D889-0BD8-8104-6161538368F6}"/>
              </a:ext>
            </a:extLst>
          </p:cNvPr>
          <p:cNvSpPr>
            <a:spLocks noGrp="1"/>
          </p:cNvSpPr>
          <p:nvPr>
            <p:ph type="title"/>
          </p:nvPr>
        </p:nvSpPr>
        <p:spPr>
          <a:xfrm>
            <a:off x="-585786" y="369235"/>
            <a:ext cx="13363565" cy="1259305"/>
          </a:xfrm>
        </p:spPr>
        <p:txBody>
          <a:bodyPr>
            <a:normAutofit/>
          </a:bodyPr>
          <a:lstStyle/>
          <a:p>
            <a:pPr algn="ctr"/>
            <a:r>
              <a:rPr lang="en-US" sz="3200" b="1" dirty="0">
                <a:latin typeface="Georgia" panose="02040502050405020303" pitchFamily="18" charset="0"/>
                <a:cs typeface="Times New Roman" panose="02020603050405020304" pitchFamily="18" charset="0"/>
              </a:rPr>
              <a:t>LIMITATIONS OF PROPOSED WORK</a:t>
            </a:r>
            <a:endParaRPr lang="en-IN" sz="3200" b="1" dirty="0">
              <a:latin typeface="Georgia" panose="02040502050405020303"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0AE1337-5DAB-AB3A-38D1-AF661EB0AB6F}"/>
              </a:ext>
            </a:extLst>
          </p:cNvPr>
          <p:cNvSpPr>
            <a:spLocks noGrp="1"/>
          </p:cNvSpPr>
          <p:nvPr>
            <p:ph idx="1"/>
          </p:nvPr>
        </p:nvSpPr>
        <p:spPr>
          <a:xfrm>
            <a:off x="1161410" y="1732112"/>
            <a:ext cx="9869171" cy="4520665"/>
          </a:xfrm>
        </p:spPr>
        <p:txBody>
          <a:bodyPr>
            <a:normAutofit/>
          </a:bodyPr>
          <a:lstStyle/>
          <a:p>
            <a:pPr algn="just"/>
            <a:endParaRPr lang="en-US" sz="2000" dirty="0">
              <a:latin typeface="Georgia" panose="02040502050405020303" pitchFamily="18" charset="0"/>
              <a:cs typeface="Times New Roman" panose="02020603050405020304" pitchFamily="18" charset="0"/>
            </a:endParaRPr>
          </a:p>
          <a:p>
            <a:pPr algn="just"/>
            <a:r>
              <a:rPr lang="en-US" sz="2000" dirty="0">
                <a:latin typeface="Georgia" panose="02040502050405020303" pitchFamily="18" charset="0"/>
              </a:rPr>
              <a:t>OCR accuracy may decrease for blurred, tilted, or low-light number plates. </a:t>
            </a:r>
          </a:p>
          <a:p>
            <a:pPr algn="just"/>
            <a:r>
              <a:rPr lang="en-US" sz="2000" dirty="0">
                <a:latin typeface="Georgia" panose="02040502050405020303" pitchFamily="18" charset="0"/>
              </a:rPr>
              <a:t>System performance depends heavily on camera quality and viewing conditions. </a:t>
            </a:r>
          </a:p>
          <a:p>
            <a:pPr algn="just"/>
            <a:r>
              <a:rPr lang="en-US" sz="2000" dirty="0">
                <a:latin typeface="Georgia" panose="02040502050405020303" pitchFamily="18" charset="0"/>
              </a:rPr>
              <a:t>Detection and recognition accuracy may reduce during night-time or glare-heavy scenarios. </a:t>
            </a:r>
          </a:p>
          <a:p>
            <a:pPr algn="just"/>
            <a:r>
              <a:rPr lang="en-US" sz="2000" dirty="0">
                <a:latin typeface="Georgia" panose="02040502050405020303" pitchFamily="18" charset="0"/>
              </a:rPr>
              <a:t>The system does not use advanced vehicle tracking, which may cause multiple OCR variations in videos. </a:t>
            </a:r>
          </a:p>
          <a:p>
            <a:pPr algn="just"/>
            <a:r>
              <a:rPr lang="en-US" sz="2000" dirty="0">
                <a:latin typeface="Georgia" panose="02040502050405020303" pitchFamily="18" charset="0"/>
              </a:rPr>
              <a:t>Limited dataset diversity may affect performance on uncommon plate styles or extreme real-world conditions.</a:t>
            </a:r>
          </a:p>
          <a:p>
            <a:pPr marL="0" indent="0" algn="just">
              <a:buNone/>
            </a:pPr>
            <a:endParaRPr lang="en-US" sz="2000" dirty="0">
              <a:latin typeface="Georgia" panose="02040502050405020303"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CD7232EF-97FC-28BF-539C-C6D1DE6B3032}"/>
              </a:ext>
            </a:extLst>
          </p:cNvPr>
          <p:cNvSpPr>
            <a:spLocks noGrp="1"/>
          </p:cNvSpPr>
          <p:nvPr>
            <p:ph type="sldNum" sz="quarter" idx="12"/>
          </p:nvPr>
        </p:nvSpPr>
        <p:spPr/>
        <p:txBody>
          <a:bodyPr/>
          <a:lstStyle/>
          <a:p>
            <a:fld id="{97C92681-5E05-4BC6-8FED-AA8D56459978}" type="slidenum">
              <a:rPr lang="en-IN" smtClean="0"/>
              <a:t>12</a:t>
            </a:fld>
            <a:endParaRPr lang="en-IN"/>
          </a:p>
        </p:txBody>
      </p:sp>
    </p:spTree>
    <p:extLst>
      <p:ext uri="{BB962C8B-B14F-4D97-AF65-F5344CB8AC3E}">
        <p14:creationId xmlns:p14="http://schemas.microsoft.com/office/powerpoint/2010/main" val="10762661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9FF70-514C-691D-8225-AD41BB6D8450}"/>
              </a:ext>
            </a:extLst>
          </p:cNvPr>
          <p:cNvSpPr>
            <a:spLocks noGrp="1"/>
          </p:cNvSpPr>
          <p:nvPr>
            <p:ph type="title"/>
          </p:nvPr>
        </p:nvSpPr>
        <p:spPr>
          <a:xfrm>
            <a:off x="1415756" y="136525"/>
            <a:ext cx="9360488" cy="943392"/>
          </a:xfrm>
        </p:spPr>
        <p:txBody>
          <a:bodyPr>
            <a:normAutofit/>
          </a:bodyPr>
          <a:lstStyle/>
          <a:p>
            <a:pPr algn="ctr"/>
            <a:r>
              <a:rPr lang="en-IN" sz="3200" b="1" dirty="0">
                <a:latin typeface="Georgia" panose="02040502050405020303" pitchFamily="18" charset="0"/>
                <a:cs typeface="Times New Roman" panose="02020603050405020304" pitchFamily="18" charset="0"/>
              </a:rPr>
              <a:t>CONCLUSION &amp; FUTURE SCOPE</a:t>
            </a:r>
          </a:p>
        </p:txBody>
      </p:sp>
      <p:sp>
        <p:nvSpPr>
          <p:cNvPr id="3" name="Content Placeholder 2">
            <a:extLst>
              <a:ext uri="{FF2B5EF4-FFF2-40B4-BE49-F238E27FC236}">
                <a16:creationId xmlns:a16="http://schemas.microsoft.com/office/drawing/2014/main" id="{A487E616-ED5A-DA85-A008-92889CA2CBEC}"/>
              </a:ext>
            </a:extLst>
          </p:cNvPr>
          <p:cNvSpPr>
            <a:spLocks noGrp="1"/>
          </p:cNvSpPr>
          <p:nvPr>
            <p:ph idx="1"/>
          </p:nvPr>
        </p:nvSpPr>
        <p:spPr>
          <a:xfrm>
            <a:off x="535405" y="1438691"/>
            <a:ext cx="11121189" cy="4917659"/>
          </a:xfrm>
        </p:spPr>
        <p:txBody>
          <a:bodyPr>
            <a:normAutofit/>
          </a:bodyPr>
          <a:lstStyle/>
          <a:p>
            <a:pPr marL="0" indent="0" algn="just">
              <a:buNone/>
            </a:pPr>
            <a:r>
              <a:rPr lang="en-US" sz="2000" b="1" dirty="0">
                <a:latin typeface="Georgia" panose="02040502050405020303" pitchFamily="18" charset="0"/>
              </a:rPr>
              <a:t>Conclusion</a:t>
            </a:r>
          </a:p>
          <a:p>
            <a:pPr marL="0" indent="0" algn="just">
              <a:buNone/>
            </a:pPr>
            <a:r>
              <a:rPr lang="en-US" sz="2000" dirty="0">
                <a:latin typeface="Georgia" panose="02040502050405020303" pitchFamily="18" charset="0"/>
              </a:rPr>
              <a:t>The proposed Automatic Number Plate Recognition (ANPR) system successfully detects and recognizes Indian vehicle number plates from images and videos using YOLOv8 and EasyOCR. The system provides an efficient web-based solution for automated vehicle monitoring and logging at the college main gate, reducing manual effort and improving surveillance.</a:t>
            </a:r>
          </a:p>
          <a:p>
            <a:pPr marL="0" indent="0" algn="just">
              <a:buNone/>
            </a:pPr>
            <a:br>
              <a:rPr lang="en-US" sz="2000" dirty="0">
                <a:latin typeface="Georgia" panose="02040502050405020303" pitchFamily="18" charset="0"/>
              </a:rPr>
            </a:br>
            <a:endParaRPr lang="en-US" sz="2000" dirty="0">
              <a:latin typeface="Georgia" panose="02040502050405020303" pitchFamily="18" charset="0"/>
            </a:endParaRPr>
          </a:p>
          <a:p>
            <a:pPr marL="0" indent="0" algn="just">
              <a:buNone/>
            </a:pPr>
            <a:r>
              <a:rPr lang="en-US" sz="2000" b="1" dirty="0">
                <a:latin typeface="Georgia" panose="02040502050405020303" pitchFamily="18" charset="0"/>
              </a:rPr>
              <a:t>Future Scope</a:t>
            </a:r>
          </a:p>
          <a:p>
            <a:pPr algn="just"/>
            <a:r>
              <a:rPr lang="en-US" sz="2000" dirty="0">
                <a:latin typeface="Georgia" panose="02040502050405020303" pitchFamily="18" charset="0"/>
              </a:rPr>
              <a:t>The system can be enhanced by integrating it with the college vehicle database.</a:t>
            </a:r>
          </a:p>
          <a:p>
            <a:pPr algn="just"/>
            <a:r>
              <a:rPr lang="en-US" sz="2000" dirty="0">
                <a:latin typeface="Georgia" panose="02040502050405020303" pitchFamily="18" charset="0"/>
              </a:rPr>
              <a:t>It can be implemented with real-time CCTV monitoring support. </a:t>
            </a:r>
          </a:p>
          <a:p>
            <a:r>
              <a:rPr lang="en-US" sz="2000" dirty="0">
                <a:latin typeface="Georgia" panose="02040502050405020303" pitchFamily="18" charset="0"/>
              </a:rPr>
              <a:t>The project can be extended for automatic gate control and traffic rule violation tracking. </a:t>
            </a:r>
          </a:p>
        </p:txBody>
      </p:sp>
      <p:sp>
        <p:nvSpPr>
          <p:cNvPr id="5" name="Slide Number Placeholder 4">
            <a:extLst>
              <a:ext uri="{FF2B5EF4-FFF2-40B4-BE49-F238E27FC236}">
                <a16:creationId xmlns:a16="http://schemas.microsoft.com/office/drawing/2014/main" id="{1BC766D0-59ED-4F3F-2691-A4ABCE97A293}"/>
              </a:ext>
            </a:extLst>
          </p:cNvPr>
          <p:cNvSpPr>
            <a:spLocks noGrp="1"/>
          </p:cNvSpPr>
          <p:nvPr>
            <p:ph type="sldNum" sz="quarter" idx="12"/>
          </p:nvPr>
        </p:nvSpPr>
        <p:spPr/>
        <p:txBody>
          <a:bodyPr/>
          <a:lstStyle/>
          <a:p>
            <a:fld id="{97C92681-5E05-4BC6-8FED-AA8D56459978}" type="slidenum">
              <a:rPr lang="en-IN" smtClean="0"/>
              <a:t>13</a:t>
            </a:fld>
            <a:endParaRPr lang="en-IN"/>
          </a:p>
        </p:txBody>
      </p:sp>
    </p:spTree>
    <p:extLst>
      <p:ext uri="{BB962C8B-B14F-4D97-AF65-F5344CB8AC3E}">
        <p14:creationId xmlns:p14="http://schemas.microsoft.com/office/powerpoint/2010/main" val="33181887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41FA3-1CBB-B5F7-E9BC-075FBC77FAAB}"/>
              </a:ext>
            </a:extLst>
          </p:cNvPr>
          <p:cNvSpPr>
            <a:spLocks noGrp="1"/>
          </p:cNvSpPr>
          <p:nvPr>
            <p:ph type="title"/>
          </p:nvPr>
        </p:nvSpPr>
        <p:spPr>
          <a:xfrm>
            <a:off x="838200" y="136525"/>
            <a:ext cx="10515600" cy="1325563"/>
          </a:xfrm>
        </p:spPr>
        <p:txBody>
          <a:bodyPr>
            <a:normAutofit/>
          </a:bodyPr>
          <a:lstStyle/>
          <a:p>
            <a:pPr algn="ctr"/>
            <a:r>
              <a:rPr lang="en-US" sz="3200" b="1" dirty="0">
                <a:latin typeface="Georgia" panose="02040502050405020303" pitchFamily="18" charset="0"/>
              </a:rPr>
              <a:t>REFERENCES</a:t>
            </a:r>
            <a:endParaRPr lang="en-IN" sz="3200" b="1" dirty="0">
              <a:latin typeface="Georgia" panose="02040502050405020303" pitchFamily="18" charset="0"/>
            </a:endParaRPr>
          </a:p>
        </p:txBody>
      </p:sp>
      <p:sp>
        <p:nvSpPr>
          <p:cNvPr id="3" name="Content Placeholder 2">
            <a:extLst>
              <a:ext uri="{FF2B5EF4-FFF2-40B4-BE49-F238E27FC236}">
                <a16:creationId xmlns:a16="http://schemas.microsoft.com/office/drawing/2014/main" id="{0171621A-2D4E-68B6-870E-A8B4046349C5}"/>
              </a:ext>
            </a:extLst>
          </p:cNvPr>
          <p:cNvSpPr>
            <a:spLocks noGrp="1"/>
          </p:cNvSpPr>
          <p:nvPr>
            <p:ph idx="1"/>
          </p:nvPr>
        </p:nvSpPr>
        <p:spPr>
          <a:xfrm>
            <a:off x="838200" y="1462088"/>
            <a:ext cx="10515600" cy="4351338"/>
          </a:xfrm>
        </p:spPr>
        <p:txBody>
          <a:bodyPr>
            <a:noAutofit/>
          </a:bodyPr>
          <a:lstStyle/>
          <a:p>
            <a:pPr marL="0" indent="0">
              <a:buNone/>
            </a:pPr>
            <a:r>
              <a:rPr lang="en-IN" sz="1700" dirty="0">
                <a:latin typeface="Georgia" panose="02040502050405020303" pitchFamily="18" charset="0"/>
              </a:rPr>
              <a:t>[1] Automatic Number Plate Recognition: A Detailed Survey of Relevant Algorithms :</a:t>
            </a:r>
            <a:br>
              <a:rPr lang="en-IN" sz="1700" dirty="0">
                <a:latin typeface="Georgia" panose="02040502050405020303" pitchFamily="18" charset="0"/>
              </a:rPr>
            </a:br>
            <a:r>
              <a:rPr lang="en-IN" sz="1700" dirty="0">
                <a:latin typeface="Georgia" panose="02040502050405020303" pitchFamily="18" charset="0"/>
                <a:hlinkClick r:id="rId2"/>
              </a:rPr>
              <a:t>https://pmc.ncbi.nlm.nih.gov/articles/PMC8123416/</a:t>
            </a:r>
            <a:endParaRPr lang="en-IN" sz="1700" dirty="0">
              <a:latin typeface="Georgia" panose="02040502050405020303" pitchFamily="18" charset="0"/>
            </a:endParaRPr>
          </a:p>
          <a:p>
            <a:endParaRPr lang="en-IN" sz="1700" dirty="0">
              <a:latin typeface="Georgia" panose="02040502050405020303" pitchFamily="18" charset="0"/>
            </a:endParaRPr>
          </a:p>
          <a:p>
            <a:pPr marL="0" indent="0">
              <a:buNone/>
            </a:pPr>
            <a:r>
              <a:rPr lang="en-IN" sz="1700" dirty="0">
                <a:latin typeface="Georgia" panose="02040502050405020303" pitchFamily="18" charset="0"/>
              </a:rPr>
              <a:t>[2] Bangla License Plate Recognition Using Convolutional Neural Networks (CNN) :</a:t>
            </a:r>
            <a:br>
              <a:rPr lang="en-IN" sz="1700" dirty="0">
                <a:latin typeface="Georgia" panose="02040502050405020303" pitchFamily="18" charset="0"/>
              </a:rPr>
            </a:br>
            <a:r>
              <a:rPr lang="en-IN" sz="1700" dirty="0">
                <a:latin typeface="Georgia" panose="02040502050405020303" pitchFamily="18" charset="0"/>
                <a:hlinkClick r:id="rId3"/>
              </a:rPr>
              <a:t>https://arxiv.org/abs/1809.00905</a:t>
            </a:r>
            <a:endParaRPr lang="en-IN" sz="1700" dirty="0">
              <a:latin typeface="Georgia" panose="02040502050405020303" pitchFamily="18" charset="0"/>
            </a:endParaRPr>
          </a:p>
          <a:p>
            <a:endParaRPr lang="en-IN" sz="1700" dirty="0">
              <a:latin typeface="Georgia" panose="02040502050405020303" pitchFamily="18" charset="0"/>
            </a:endParaRPr>
          </a:p>
          <a:p>
            <a:pPr marL="0" indent="0">
              <a:buNone/>
            </a:pPr>
            <a:r>
              <a:rPr lang="en-IN" sz="1700" dirty="0">
                <a:latin typeface="Georgia" panose="02040502050405020303" pitchFamily="18" charset="0"/>
              </a:rPr>
              <a:t>[3] Automatic License Plate Recognition System for Vehicles Using CNN :</a:t>
            </a:r>
            <a:br>
              <a:rPr lang="en-IN" sz="1700" dirty="0">
                <a:latin typeface="Georgia" panose="02040502050405020303" pitchFamily="18" charset="0"/>
              </a:rPr>
            </a:br>
            <a:r>
              <a:rPr lang="en-IN" sz="1700" dirty="0">
                <a:latin typeface="Georgia" panose="02040502050405020303" pitchFamily="18" charset="0"/>
                <a:hlinkClick r:id="rId4"/>
              </a:rPr>
              <a:t>https://www.techscience.com/cmc/v71n1/45359/html</a:t>
            </a:r>
            <a:endParaRPr lang="en-IN" sz="1700" dirty="0">
              <a:latin typeface="Georgia" panose="02040502050405020303" pitchFamily="18" charset="0"/>
            </a:endParaRPr>
          </a:p>
          <a:p>
            <a:endParaRPr lang="en-IN" sz="1700" dirty="0">
              <a:latin typeface="Georgia" panose="02040502050405020303" pitchFamily="18" charset="0"/>
            </a:endParaRPr>
          </a:p>
          <a:p>
            <a:pPr marL="0" indent="0">
              <a:buNone/>
            </a:pPr>
            <a:r>
              <a:rPr lang="en-IN" sz="1700" dirty="0">
                <a:latin typeface="Georgia" panose="02040502050405020303" pitchFamily="18" charset="0"/>
              </a:rPr>
              <a:t>[4] A Robust Real-Time Automatic License Plate Recognition Based on the YOLO Detector :</a:t>
            </a:r>
            <a:br>
              <a:rPr lang="en-IN" sz="1700" dirty="0">
                <a:latin typeface="Georgia" panose="02040502050405020303" pitchFamily="18" charset="0"/>
              </a:rPr>
            </a:br>
            <a:r>
              <a:rPr lang="en-IN" sz="1700" dirty="0">
                <a:latin typeface="Georgia" panose="02040502050405020303" pitchFamily="18" charset="0"/>
                <a:hlinkClick r:id="rId5"/>
              </a:rPr>
              <a:t>https://arxiv.org/abs/1802.09567</a:t>
            </a:r>
            <a:endParaRPr lang="en-IN" sz="1700" dirty="0">
              <a:latin typeface="Georgia" panose="02040502050405020303" pitchFamily="18" charset="0"/>
            </a:endParaRPr>
          </a:p>
          <a:p>
            <a:endParaRPr lang="en-IN" sz="1700" dirty="0">
              <a:latin typeface="Georgia" panose="02040502050405020303" pitchFamily="18" charset="0"/>
            </a:endParaRPr>
          </a:p>
          <a:p>
            <a:pPr marL="0" indent="0">
              <a:buNone/>
            </a:pPr>
            <a:r>
              <a:rPr lang="en-IN" sz="1700" dirty="0">
                <a:latin typeface="Georgia" panose="02040502050405020303" pitchFamily="18" charset="0"/>
              </a:rPr>
              <a:t>[5] An Efficient and Layout-Independent Automatic License Plate Recognition System Based on the YOLO Detector :</a:t>
            </a:r>
            <a:br>
              <a:rPr lang="en-IN" sz="1700" dirty="0">
                <a:latin typeface="Georgia" panose="02040502050405020303" pitchFamily="18" charset="0"/>
              </a:rPr>
            </a:br>
            <a:r>
              <a:rPr lang="en-IN" sz="1700" dirty="0">
                <a:latin typeface="Georgia" panose="02040502050405020303" pitchFamily="18" charset="0"/>
                <a:hlinkClick r:id="rId6"/>
              </a:rPr>
              <a:t>https://arxiv.org/abs/1909.01754</a:t>
            </a:r>
            <a:endParaRPr lang="en-IN" sz="1700" dirty="0">
              <a:latin typeface="Georgia" panose="02040502050405020303" pitchFamily="18" charset="0"/>
            </a:endParaRPr>
          </a:p>
          <a:p>
            <a:endParaRPr lang="en-IN" sz="1700" dirty="0">
              <a:latin typeface="Georgia" panose="02040502050405020303" pitchFamily="18" charset="0"/>
            </a:endParaRPr>
          </a:p>
        </p:txBody>
      </p:sp>
      <p:sp>
        <p:nvSpPr>
          <p:cNvPr id="4" name="Slide Number Placeholder 3">
            <a:extLst>
              <a:ext uri="{FF2B5EF4-FFF2-40B4-BE49-F238E27FC236}">
                <a16:creationId xmlns:a16="http://schemas.microsoft.com/office/drawing/2014/main" id="{DFD3CCC7-7130-1A41-3CA5-989C3A771E37}"/>
              </a:ext>
            </a:extLst>
          </p:cNvPr>
          <p:cNvSpPr>
            <a:spLocks noGrp="1"/>
          </p:cNvSpPr>
          <p:nvPr>
            <p:ph type="sldNum" sz="quarter" idx="12"/>
          </p:nvPr>
        </p:nvSpPr>
        <p:spPr/>
        <p:txBody>
          <a:bodyPr/>
          <a:lstStyle/>
          <a:p>
            <a:fld id="{97C92681-5E05-4BC6-8FED-AA8D56459978}" type="slidenum">
              <a:rPr lang="en-IN" smtClean="0"/>
              <a:t>14</a:t>
            </a:fld>
            <a:endParaRPr lang="en-IN"/>
          </a:p>
        </p:txBody>
      </p:sp>
    </p:spTree>
    <p:extLst>
      <p:ext uri="{BB962C8B-B14F-4D97-AF65-F5344CB8AC3E}">
        <p14:creationId xmlns:p14="http://schemas.microsoft.com/office/powerpoint/2010/main" val="399669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785</TotalTime>
  <Words>1300</Words>
  <Application>Microsoft Office PowerPoint</Application>
  <PresentationFormat>Widescreen</PresentationFormat>
  <Paragraphs>220</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Georgia</vt:lpstr>
      <vt:lpstr>Times New Roman</vt:lpstr>
      <vt:lpstr>Office Theme</vt:lpstr>
      <vt:lpstr>PowerPoint Presentation</vt:lpstr>
      <vt:lpstr>INDEX</vt:lpstr>
      <vt:lpstr>INTRODUCTION</vt:lpstr>
      <vt:lpstr>RESEARCH OBJECTIVE</vt:lpstr>
      <vt:lpstr>LITERATURE SURVEY</vt:lpstr>
      <vt:lpstr>PROBLEM STATEMENT</vt:lpstr>
      <vt:lpstr>PROPOSED METHODOLOGY</vt:lpstr>
      <vt:lpstr>DATASET DESCRIPTION</vt:lpstr>
      <vt:lpstr>TECHNOLOGY STACK</vt:lpstr>
      <vt:lpstr>MODEL PERFORMANCE</vt:lpstr>
      <vt:lpstr>RESULT</vt:lpstr>
      <vt:lpstr>LIMITATIONS OF PROPOSED WORK</vt:lpstr>
      <vt:lpstr>CONCLUSION &amp; 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Sukhman Saini</dc:creator>
  <cp:lastModifiedBy>Aryan Swami</cp:lastModifiedBy>
  <cp:revision>21</cp:revision>
  <dcterms:created xsi:type="dcterms:W3CDTF">2025-02-27T07:18:25Z</dcterms:created>
  <dcterms:modified xsi:type="dcterms:W3CDTF">2026-05-22T07:58:58Z</dcterms:modified>
</cp:coreProperties>
</file>